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3"/>
  </p:sldMasterIdLst>
  <p:notesMasterIdLst>
    <p:notesMasterId r:id="rId19"/>
  </p:notesMasterIdLst>
  <p:handoutMasterIdLst>
    <p:handoutMasterId r:id="rId20"/>
  </p:handoutMasterIdLst>
  <p:sldIdLst>
    <p:sldId id="261" r:id="rId14"/>
    <p:sldId id="262" r:id="rId15"/>
    <p:sldId id="258" r:id="rId16"/>
    <p:sldId id="264" r:id="rId17"/>
    <p:sldId id="260" r:id="rId18"/>
  </p:sldIdLst>
  <p:sldSz cx="12188825" cy="6858000"/>
  <p:notesSz cx="6797675" cy="9926638"/>
  <p:embeddedFontLst>
    <p:embeddedFont>
      <p:font typeface="AU Passata" panose="020B0604020202020204" charset="0"/>
      <p:regular r:id="rId21"/>
      <p:bold r:id="rId22"/>
    </p:embeddedFont>
    <p:embeddedFont>
      <p:font typeface="AU Passata Light" panose="020B0604020202020204" charset="0"/>
      <p:regular r:id="rId23"/>
      <p:bold r:id="rId24"/>
    </p:embeddedFont>
    <p:embeddedFont>
      <p:font typeface="AU Peto" panose="020B0604020202020204" charset="0"/>
      <p:regular r:id="rId25"/>
      <p:bold r:id="rId26"/>
    </p:embeddedFon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3" autoAdjust="0"/>
    <p:restoredTop sz="93457" autoAdjust="0"/>
  </p:normalViewPr>
  <p:slideViewPr>
    <p:cSldViewPr snapToObjects="1" showGuides="1">
      <p:cViewPr varScale="1">
        <p:scale>
          <a:sx n="93" d="100"/>
          <a:sy n="93" d="100"/>
        </p:scale>
        <p:origin x="156" y="6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Master" Target="slideMasters/slideMaster1.xml"/><Relationship Id="rId18" Type="http://schemas.openxmlformats.org/officeDocument/2006/relationships/slide" Target="slides/slide5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4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customXml" Target="../customXml/item10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2168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image" Target="../media/image4.emf" Id="rId3" /><Relationship Type="http://schemas.openxmlformats.org/officeDocument/2006/relationships/image" Target="../media/image3.bin" Id="rId2" /><Relationship Type="http://schemas.openxmlformats.org/officeDocument/2006/relationships/slideMaster" Target="../slideMasters/slideMaster1.xml" Id="rId1" /><Relationship Type="http://schemas.openxmlformats.org/officeDocument/2006/relationships/image" Target="../media/image5.emf" Id="rId4" /><Relationship Type="http://schemas.openxmlformats.org/officeDocument/2006/relationships/image" Target="/ppt/media/image10.emf" Id="R1dc3dcb3760a42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../media/image5.emf" Id="rId3" /><Relationship Type="http://schemas.openxmlformats.org/officeDocument/2006/relationships/image" Target="../media/image4.emf" Id="rId2" /><Relationship Type="http://schemas.openxmlformats.org/officeDocument/2006/relationships/slideMaster" Target="../slideMasters/slideMaster1.xml" Id="rId1" /><Relationship Type="http://schemas.openxmlformats.org/officeDocument/2006/relationships/image" Target="/ppt/media/image10.emf" Id="R6478afed5c194f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../media/image5.emf" Id="rId3" /><Relationship Type="http://schemas.openxmlformats.org/officeDocument/2006/relationships/image" Target="../media/image4.emf" Id="rId2" /><Relationship Type="http://schemas.openxmlformats.org/officeDocument/2006/relationships/slideMaster" Target="../slideMasters/slideMaster1.xml" Id="rId1" /><Relationship Type="http://schemas.openxmlformats.org/officeDocument/2006/relationships/image" Target="/ppt/media/image10.emf" Id="R690ae09b585c418d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38be9b53-9de0-44b0-a00b-077370be019e&quot;}}" hidden="0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eca7e6c2-9fac-41e9-97ea-75511aef87c1&quot;}}" hidden="0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" name="USR_Title" descr="{&quot;templafy&quot;:{&quot;id&quot;:&quot;548de48a-e662-4c4f-82fc-973d86f9efca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" name="USR_Name" descr="{&quot;templafy&quot;:{&quot;id&quot;:&quot;903b0747-68cf-4d5a-8ebc-08ef672c62e9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92324256" name="SecondaryLogo" descr="{&quot;templafy&quot;:{&quot;id&quot;:&quot;aa5fc7f4-78c3-4e78-a089-695b582cd45c&quot;}}" hidden="0"/>
          <p:cNvPicPr>
            <a:picLocks noChangeAspect="1"/>
          </p:cNvPicPr>
          <p:nvPr/>
        </p:nvPicPr>
        <p:blipFill>
          <a:blip r:embed="R1dc3dcb3760a42a1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8b49d2b1-c3bc-411b-839c-25b3891777ec&quot;}}" hidden="0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9" name="OFF_logo1Computed" descr="{&quot;templafy&quot;:{&quot;id&quot;:&quot;a0ce3d28-5032-41f8-9489-10dd24398e3a&quot;}}" hidden="0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cc3b9b98-0917-47f4-a08f-26e303573e24&quot;}}" hidden="0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FLD_Event" descr="{&quot;templafy&quot;:{&quot;id&quot;:&quot;5e16aedd-f012-4740-a329-2c573fbd071c&quot;}}" hidden="0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96dd8084-0008-4364-bff7-aae0894015a6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64634556" name="SecondaryLogo" descr="{&quot;templafy&quot;:{&quot;id&quot;:&quot;19a45456-0d4b-46f2-9388-7b520e82ac71&quot;}}" hidden="0"/>
          <p:cNvPicPr>
            <a:picLocks noChangeAspect="1"/>
          </p:cNvPicPr>
          <p:nvPr/>
        </p:nvPicPr>
        <p:blipFill>
          <a:blip r:embed="R6478afed5c194fe0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9264c2c4-f2d0-4103-a3b0-b92433774dc0&quot;}}" hidden="0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0" name="OFF_logo1Computed" descr="{&quot;templafy&quot;:{&quot;id&quot;:&quot;2666298a-86fc-444a-a874-e54959ce963a&quot;}}" hidden="0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744a8eec-4438-4ba0-b8cd-a8b53fa79a06&quot;}}" hidden="0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f56a434a-b296-4262-b95a-9e2d19b04c04&quot;}}" hidden="0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3359371" name="SecondaryLogo" descr="{&quot;templafy&quot;:{&quot;id&quot;:&quot;ce7e81c4-d804-4e6e-9263-0cd765577e3e&quot;}}" hidden="0"/>
          <p:cNvPicPr>
            <a:picLocks noChangeAspect="1"/>
          </p:cNvPicPr>
          <p:nvPr/>
        </p:nvPicPr>
        <p:blipFill>
          <a:blip r:embed="R690ae09b585c418d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13178164-8b4f-4084-8234-38382dc64659&quot;}}" hidden="0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2" name="OFF_logo1Computed" descr="{&quot;templafy&quot;:{&quot;id&quot;:&quot;cc29e3fc-216d-432e-86ae-a466dc2072eb&quot;}}" hidden="0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9bb828f5-7482-40d7-ad46-6e3527f3bd5b&quot;}}" hidden="0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4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8" /><Relationship Type="http://schemas.openxmlformats.org/officeDocument/2006/relationships/slideLayout" Target="../slideLayouts/slideLayout13.xml" Id="rId13" /><Relationship Type="http://schemas.openxmlformats.org/officeDocument/2006/relationships/slideLayout" Target="../slideLayouts/slideLayout18.xml" Id="rId18" /><Relationship Type="http://schemas.openxmlformats.org/officeDocument/2006/relationships/slideLayout" Target="../slideLayouts/slideLayout3.xml" Id="rId3" /><Relationship Type="http://schemas.openxmlformats.org/officeDocument/2006/relationships/theme" Target="../theme/theme1.xml" Id="rId21" /><Relationship Type="http://schemas.openxmlformats.org/officeDocument/2006/relationships/slideLayout" Target="../slideLayouts/slideLayout7.xml" Id="rId7" /><Relationship Type="http://schemas.openxmlformats.org/officeDocument/2006/relationships/slideLayout" Target="../slideLayouts/slideLayout12.xml" Id="rId12" /><Relationship Type="http://schemas.openxmlformats.org/officeDocument/2006/relationships/slideLayout" Target="../slideLayouts/slideLayout17.xml" Id="rId17" /><Relationship Type="http://schemas.openxmlformats.org/officeDocument/2006/relationships/slideLayout" Target="../slideLayouts/slideLayout2.xml" Id="rId2" /><Relationship Type="http://schemas.openxmlformats.org/officeDocument/2006/relationships/slideLayout" Target="../slideLayouts/slideLayout16.xml" Id="rId16" /><Relationship Type="http://schemas.openxmlformats.org/officeDocument/2006/relationships/slideLayout" Target="../slideLayouts/slideLayout20.xml" Id="rId20" /><Relationship Type="http://schemas.openxmlformats.org/officeDocument/2006/relationships/slideLayout" Target="../slideLayouts/slideLayout1.xml" Id="rId1" /><Relationship Type="http://schemas.openxmlformats.org/officeDocument/2006/relationships/slideLayout" Target="../slideLayouts/slideLayout6.xml" Id="rId6" /><Relationship Type="http://schemas.openxmlformats.org/officeDocument/2006/relationships/slideLayout" Target="../slideLayouts/slideLayout11.xml" Id="rId11" /><Relationship Type="http://schemas.openxmlformats.org/officeDocument/2006/relationships/slideLayout" Target="../slideLayouts/slideLayout5.xml" Id="rId5" /><Relationship Type="http://schemas.openxmlformats.org/officeDocument/2006/relationships/slideLayout" Target="../slideLayouts/slideLayout15.xml" Id="rId15" /><Relationship Type="http://schemas.openxmlformats.org/officeDocument/2006/relationships/image" Target="../media/image2.emf" Id="rId23" /><Relationship Type="http://schemas.openxmlformats.org/officeDocument/2006/relationships/slideLayout" Target="../slideLayouts/slideLayout10.xml" Id="rId10" /><Relationship Type="http://schemas.openxmlformats.org/officeDocument/2006/relationships/slideLayout" Target="../slideLayouts/slideLayout19.xml" Id="rId19" /><Relationship Type="http://schemas.openxmlformats.org/officeDocument/2006/relationships/slideLayout" Target="../slideLayouts/slideLayout4.xml" Id="rId4" /><Relationship Type="http://schemas.openxmlformats.org/officeDocument/2006/relationships/slideLayout" Target="../slideLayouts/slideLayout9.xml" Id="rId9" /><Relationship Type="http://schemas.openxmlformats.org/officeDocument/2006/relationships/slideLayout" Target="../slideLayouts/slideLayout14.xml" Id="rId14" /><Relationship Type="http://schemas.openxmlformats.org/officeDocument/2006/relationships/image" Target="../media/image1.emf" Id="rId22" /><Relationship Type="http://schemas.openxmlformats.org/officeDocument/2006/relationships/image" Target="/ppt/media/image9.emf" Id="R3898f50333274aff" /></Relationships>
</file>

<file path=ppt/slideMasters/slideMaster1.xml><?xml version="1.0" encoding="utf-8"?>
<p:sldMaster xmlns:a14="http://schemas.microsoft.com/office/drawing/2010/main" xmlns:a16="http://schemas.microsoft.com/office/drawing/2014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4266a319-bec5-4f76-bfdb-a7e8192fc87c&quot;}}" hidden="0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LD_Event" descr="{&quot;templafy&quot;:{&quot;id&quot;:&quot;92097323-fdbd-43b7-971e-daf4f1a8fe50&quot;}}" hidden="0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" name="USR_Title" descr="{&quot;templafy&quot;:{&quot;id&quot;:&quot;1c64a085-4b20-41b7-ad53-2f09d711fb8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USR_Name" descr="{&quot;templafy&quot;:{&quot;id&quot;:&quot;2fb113d0-5299-4d5a-ae6b-ad829a41498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02589636" name="SecondaryLogo_sort" descr="{&quot;templafy&quot;:{&quot;id&quot;:&quot;93df9841-657b-467a-b8af-c88060745be5&quot;}}" hidden="0"/>
          <p:cNvPicPr>
            <a:picLocks noChangeAspect="1"/>
          </p:cNvPicPr>
          <p:nvPr/>
        </p:nvPicPr>
        <p:blipFill>
          <a:blip r:embed="R3898f50333274aff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2c097b51-3bbd-4c97-930f-0f2b85bbad8d&quot;}}" hidden="0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tx1"/>
              </a:solidFill>
              <a:latin typeface="AU Passata Light" pitchFamily="34" charset="0"/>
            </a:endParaRPr>
          </a:p>
        </p:txBody>
      </p:sp>
      <p:sp>
        <p:nvSpPr>
          <p:cNvPr id="26" name="OFF_logo1Computed" descr="{&quot;templafy&quot;:{&quot;id&quot;:&quot;7f75a427-bd16-4550-9026-49c22ec1ab35&quot;}}" hidden="0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tx1"/>
              </a:solidFill>
              <a:effectLst/>
              <a:latin typeface="AU Passata" pitchFamily="34" charset="0"/>
            </a:endParaRP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12.xml"/><Relationship Id="rId1" Type="http://schemas.openxmlformats.org/officeDocument/2006/relationships/customXml" Target="../../customXml/item1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2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0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2897841"/>
            <a:ext cx="10220325" cy="830997"/>
          </a:xfrm>
        </p:spPr>
        <p:txBody>
          <a:bodyPr/>
          <a:lstStyle/>
          <a:p>
            <a:endParaRPr lang="en-GB" noProof="0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813365767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3535925220"/>
      </p:ext>
    </p:extLst>
  </p:cSld>
  <p:clrMapOvr>
    <a:masterClrMapping/>
  </p:clrMapOvr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BD85B7D-E9A5-49E0-8ACF-AF93CE3E556F}" type="datetime1">
              <a:rPr lang="en-GB" noProof="0" smtClean="0"/>
              <a:t>26/01/2026</a:t>
            </a:fld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GB" noProof="0" dirty="0"/>
              <a:t>Insert Quote text, for next level ENTER and TAB</a:t>
            </a:r>
            <a:endParaRPr lang="en-GB"/>
          </a:p>
          <a:p>
            <a:pPr lvl="1"/>
            <a:r>
              <a:rPr lang="en-GB" noProof="0" dirty="0"/>
              <a:t>Insert Name</a:t>
            </a:r>
            <a:endParaRPr lang="en-GB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86159921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9022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0892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thm15="http://schemas.microsoft.com/office/thememl/2012/main" xmlns:a="http://schemas.openxmlformats.org/drawingml/2006/main" name="AU 16:9">
  <a:themeElements>
    <a:clrScheme xmlns:a="http://schemas.openxmlformats.org/drawingml/2006/main" name="03 AU Lightblue">
      <a:dk1>
        <a:srgbClr val="000000"/>
      </a:dk1>
      <a:lt1>
        <a:srgbClr val="FFFFFF"/>
      </a:lt1>
      <a:dk2>
        <a:srgbClr val="003E5C"/>
      </a:dk2>
      <a:lt2>
        <a:srgbClr val="003E5C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4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3.xml><?xml version="1.0" encoding="utf-8"?>
<TemplafyTemplateConfiguration><![CDATA[{"elementsMetadata":[{"type":"shape","id":"4266a319-bec5-4f76-bfdb-a7e8192fc87c","elementConfiguration":{"binding":"{{FormatDateTime(Form.Date, \"d. MMMM yyyy\")}}","visibility":"","type":"text","disableUpdates":false}},{"type":"shape","id":"92097323-fdbd-43b7-971e-daf4f1a8fe50","elementConfiguration":{"binding":"{{Form.EventOccasion}}","visibility":"","type":"text","disableUpdates":false}},{"type":"shape","id":"1c64a085-4b20-41b7-ad53-2f09d711fb8c","elementConfiguration":{"binding":"{{Switch(UserProfile.DocumentLanguage.Language,\"da-DK\",UserProfile.Title,\"en-GB\",UserProfile.Title_EN,UserProfile.Title)}}","visibility":"","type":"text","disableUpdates":false}},{"type":"shape","id":"2fb113d0-5299-4d5a-ae6b-ad829a41498c","elementConfiguration":{"binding":"{{UserProfile.Name}}","visibility":"","type":"text","disableUpdates":false}},{"type":"shape","id":"93df9841-657b-467a-b8af-c88060745be5","elementConfiguration":{"inheritDimensions":"{{InheritDimensions.InheritNone}}","width":"4.61 cm","height":"1.55 cm","image":"{{UserProfile.UnitId.ExtraLogoRef.ImageRightAlignedRef.ImageFile}}","visibility":"","type":"image","disableUpdates":false}},{"type":"shape","id":"2c097b51-3bbd-4c97-930f-0f2b85bbad8d","elementConfiguration":{"binding":"{{UserProfile.UnitId.Logo2}}","visibility":"","type":"text","disableUpdates":false}},{"type":"shape","id":"7f75a427-bd16-4550-9026-49c22ec1ab35","elementConfiguration":{"binding":"{{UserProfile.UnitId.Logo1PowerPoint}}","visibility":"","type":"text","disableUpdates":false}},{"type":"shape","id":"744a8eec-4438-4ba0-b8cd-a8b53fa79a06","elementConfiguration":{"binding":"{{FormatDateTime(Form.Date, \"d. MMMM yyyy\")}}","visibility":"","type":"text","disableUpdates":false}},{"type":"shape","id":"f56a434a-b296-4262-b95a-9e2d19b04c04","elementConfiguration":{"binding":"{{Form.EventOccasion}}","visibility":"","type":"text","disableUpdates":false}},{"type":"shape","id":"ce7e81c4-d804-4e6e-9263-0cd765577e3e","elementConfiguration":{"inheritDimensions":"{{InheritDimensions.InheritNone}}","width":"4.61 cm","height":"1.55 cm","image":"{{UserProfile.UnitId.ExtraLogoRef.ImageRightAlignedNegRef.ImageFile}}","visibility":"","type":"image","disableUpdates":false}},{"type":"shape","id":"13178164-8b4f-4084-8234-38382dc64659","elementConfiguration":{"binding":"{{UserProfile.UnitId.Logo2}}","visibility":"","type":"text","disableUpdates":false}},{"type":"shape","id":"cc29e3fc-216d-432e-86ae-a466dc2072eb","elementConfiguration":{"binding":"{{UserProfile.UnitId.Logo1PowerPoint}}","visibility":"","type":"text","disableUpdates":false}},{"type":"shape","id":"cc3b9b98-0917-47f4-a08f-26e303573e24","elementConfiguration":{"binding":"{{FormatDateTime(Form.Date, \"d. MMMM yyyy\")}}","visibility":"","type":"text","disableUpdates":false}},{"type":"shape","id":"5e16aedd-f012-4740-a329-2c573fbd071c","elementConfiguration":{"binding":"{{Form.EventOccasion}}","visibility":"","type":"text","disableUpdates":false}},{"type":"shape","id":"96dd8084-0008-4364-bff7-aae0894015a6","elementConfiguration":{"binding":"{{UserProfile.Name}}","visibility":"","type":"text","disableUpdates":false}},{"type":"shape","id":"19a45456-0d4b-46f2-9388-7b520e82ac71","elementConfiguration":{"inheritDimensions":"{{InheritDimensions.InheritNone}}","width":"4.61 cm","height":"1.55 cm","image":"{{UserProfile.UnitId.ExtraLogoRef.ImageRightAlignedNegRef.ImageFile}}","visibility":"","type":"image","disableUpdates":false}},{"type":"shape","id":"9264c2c4-f2d0-4103-a3b0-b92433774dc0","elementConfiguration":{"binding":"{{UserProfile.UnitId.Logo2}}","visibility":"","type":"text","disableUpdates":false}},{"type":"shape","id":"2666298a-86fc-444a-a874-e54959ce963a","elementConfiguration":{"binding":"{{UserProfile.UnitId.Logo1PowerPoint}}","visibility":"","type":"text","disableUpdates":false}},{"type":"shape","id":"9bb828f5-7482-40d7-ad46-6e3527f3bd5b","elementConfiguration":{"binding":"{{UserProfile.UnitId.Logo1PowerPoint}}","visibility":"","type":"text","disableUpdates":false}},{"type":"shape","id":"38be9b53-9de0-44b0-a00b-077370be019e","elementConfiguration":{"binding":"{{FormatDateTime(Form.Date, \"d. MMMM yyyy\")}}","visibility":"","type":"text","disableUpdates":false}},{"type":"shape","id":"eca7e6c2-9fac-41e9-97ea-75511aef87c1","elementConfiguration":{"binding":"{{Form.EventOccasion}}","visibility":"","type":"text","disableUpdates":false}},{"type":"shape","id":"548de48a-e662-4c4f-82fc-973d86f9efca","elementConfiguration":{"binding":"{{Switch(UserProfile.DocumentLanguage.Language,\"da-DK\",UserProfile.Title,\"en-GB\",UserProfile.Title_EN,UserProfile.Title)}}","visibility":"","type":"text","disableUpdates":false}},{"type":"shape","id":"903b0747-68cf-4d5a-8ebc-08ef672c62e9","elementConfiguration":{"binding":"{{UserProfile.Name}}","visibility":"","type":"text","disableUpdates":false}},{"type":"shape","id":"aa5fc7f4-78c3-4e78-a089-695b582cd45c","elementConfiguration":{"inheritDimensions":"{{InheritDimensions.InheritNone}}","width":"4.61 cm","height":"1.55 cm","image":"{{UserProfile.UnitId.ExtraLogoRef.ImageRightAlignedNegRef.ImageFile}}","visibility":"","type":"image","disableUpdates":false}},{"type":"shape","id":"8b49d2b1-c3bc-411b-839c-25b3891777ec","elementConfiguration":{"binding":"{{UserProfile.UnitId.Logo2}}","visibility":"","type":"text","disableUpdates":false}},{"type":"shape","id":"a0ce3d28-5032-41f8-9489-10dd24398e3a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4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c6P7fnSzy0cMGIfIf4ydqA=="},{"name":"EventOccasion","value":"FoN5LKOkj6rFYeIni8R3k4wEYmGDBg2DON6IWyvM1w4="},{"name":"ChooseColorTheme","value":"fIJQYYzc4r28ocAptXsh80863092pNUn+dVHgSNjfUQ="}]}]]></TemplafyFormConfiguration>
</file>

<file path=customXml/item5.xml><?xml version="1.0" encoding="utf-8"?>
<TemplafySlideTemplateConfiguration><![CDATA[{"slideVersion":4,"isValidatorEnabled":false,"isLocked":false,"elementsMetadata":[],"slideId":"638344221285055523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4,"isValidatorEnabled":false,"isLocked":false,"elementsMetadata":[],"slideId":"638344221285091994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4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Switch(UserProfile.DocumentLanguage.Language,\"da-DK\",UserProfile.Title,\"en-GB\",UserProfile.Title_EN,UserProfile.Title)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11.xml><?xml version="1.0" encoding="utf-8"?>
<TemplafySlideTemplateConfiguration><![CDATA[{"slideVersion":4,"isValidatorEnabled":false,"isLocked":false,"elementsMetadata":[],"slideId":"638344221285072627","enableDocumentContentUpdater":false,"version":"2.0"}]]></TemplafySlideTemplateConfiguration>
</file>

<file path=customXml/item12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Props1.xml><?xml version="1.0" encoding="utf-8"?>
<ds:datastoreItem xmlns:ds="http://schemas.openxmlformats.org/officeDocument/2006/customXml" ds:itemID="{CDCAD78D-4B75-4D6D-A12C-4D7099050C85}">
  <ds:schemaRefs/>
</ds:datastoreItem>
</file>

<file path=customXml/itemProps2.xml><?xml version="1.0" encoding="utf-8"?>
<ds:datastoreItem xmlns:ds="http://schemas.openxmlformats.org/officeDocument/2006/customXml" ds:itemID="{F6929CAD-9C4B-4C57-B5A5-181E7E3C58CB}">
  <ds:schemaRefs/>
</ds:datastoreItem>
</file>

<file path=customXml/itemProps3.xml><?xml version="1.0" encoding="utf-8"?>
<ds:datastoreItem xmlns:ds="http://schemas.openxmlformats.org/officeDocument/2006/customXml" ds:itemID="{AFC86994-F0FF-421B-841D-005E37E2CB9C}">
  <ds:schemaRefs/>
</ds:datastoreItem>
</file>

<file path=customXml/itemProps4.xml><?xml version="1.0" encoding="utf-8"?>
<ds:datastoreItem xmlns:ds="http://schemas.openxmlformats.org/officeDocument/2006/customXml" ds:itemID="{7DA86E9B-4135-4144-9EBF-FD9F3AFEC348}">
  <ds:schemaRefs/>
</ds:datastoreItem>
</file>

<file path=customXml/itemProps5.xml><?xml version="1.0" encoding="utf-8"?>
<ds:datastoreItem xmlns:ds="http://schemas.openxmlformats.org/officeDocument/2006/customXml" ds:itemID="{3711B4B0-0534-4D87-9554-EE0E3A45C434}">
  <ds:schemaRefs/>
</ds:datastoreItem>
</file>

<file path=customXml/itemProps6.xml><?xml version="1.0" encoding="utf-8"?>
<ds:datastoreItem xmlns:ds="http://schemas.openxmlformats.org/officeDocument/2006/customXml" ds:itemID="{F6BDCACD-D9F5-4F4E-8192-10C1008EFFE8}">
  <ds:schemaRefs/>
</ds:datastoreItem>
</file>

<file path=customXml/itemProps7.xml><?xml version="1.0" encoding="utf-8"?>
<ds:datastoreItem xmlns:ds="http://schemas.openxmlformats.org/officeDocument/2006/customXml" ds:itemID="{E6076CFF-B2D0-45B5-8D6B-A70E14E9B3D8}">
  <ds:schemaRefs/>
</ds:datastoreItem>
</file>

<file path=customXml/itemProps8.xml><?xml version="1.0" encoding="utf-8"?>
<ds:datastoreItem xmlns:ds="http://schemas.openxmlformats.org/officeDocument/2006/customXml" ds:itemID="{D8EFAE61-AC68-4E39-9D00-2ECB552AF7C0}">
  <ds:schemaRefs/>
</ds:datastoreItem>
</file>

<file path=customXml/itemProps9.xml><?xml version="1.0" encoding="utf-8"?>
<ds:datastoreItem xmlns:ds="http://schemas.openxmlformats.org/officeDocument/2006/customXml" ds:itemID="{065744AD-6466-4C46-AE6F-83D8FBC1C1CF}">
  <ds:schemaRefs/>
</ds:datastoreItem>
</file>

<file path=customXml/itemProps10.xml><?xml version="1.0" encoding="utf-8"?>
<ds:datastoreItem xmlns:ds="http://schemas.openxmlformats.org/officeDocument/2006/customXml" ds:itemID="{B2CA2D4C-0385-4D99-AB8D-7792A88C817E}">
  <ds:schemaRefs/>
</ds:datastoreItem>
</file>

<file path=customXml/itemProps11.xml><?xml version="1.0" encoding="utf-8"?>
<ds:datastoreItem xmlns:ds="http://schemas.openxmlformats.org/officeDocument/2006/customXml" ds:itemID="{3643F53D-29F6-46FD-9FF1-B40DF29295C1}">
  <ds:schemaRefs/>
</ds:datastoreItem>
</file>

<file path=customXml/itemProps12.xml><?xml version="1.0" encoding="utf-8"?>
<ds:datastoreItem xmlns:ds="http://schemas.openxmlformats.org/officeDocument/2006/customXml" ds:itemID="{7E04581C-D7FD-4482-805D-038A22FDA87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</Words>
  <Application>Microsoft Office PowerPoint</Application>
  <PresentationFormat>Custom</PresentationFormat>
  <Paragraphs>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Georgia</vt:lpstr>
      <vt:lpstr>AU Peto</vt:lpstr>
      <vt:lpstr>AU Passata</vt:lpstr>
      <vt:lpstr>AU Passata Light</vt:lpstr>
      <vt:lpstr>Calibri</vt:lpstr>
      <vt:lpstr>Arial</vt:lpstr>
      <vt:lpstr>AU 16:9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Gunilla Kristina Jensen</lastModifiedBy>
  <revision>4</revision>
  <dcterms:modified xsi:type="dcterms:W3CDTF">2026-10-28T10:54:48.3281541Z</dcterms:modified>
  <dcterms:created xsi:type="dcterms:W3CDTF">2026-10-28T10:54:48.3281541Z</dcterms:created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reated by:">
    <vt:lpwstr>omnidocs.com</vt:lpwstr>
  </op:property>
  <op:property fmtid="{D5CDD505-2E9C-101B-9397-08002B2CF9AE}" pid="3" name="colorthemechange">
    <vt:lpwstr>true</vt:lpwstr>
  </op:property>
  <op:property fmtid="{D5CDD505-2E9C-101B-9397-08002B2CF9AE}" pid="4" name="TemplafyTimeStamp">
    <vt:lpwstr>2026-01-26T10:17:35</vt:lpwstr>
  </op:property>
  <op:property fmtid="{D5CDD505-2E9C-101B-9397-08002B2CF9AE}" pid="5" name="TemplafyTenantId">
    <vt:lpwstr>auoffice</vt:lpwstr>
  </op:property>
  <op:property fmtid="{D5CDD505-2E9C-101B-9397-08002B2CF9AE}" pid="6" name="TemplafyTemplateId">
    <vt:lpwstr>766163489789838292</vt:lpwstr>
  </op:property>
  <op:property fmtid="{D5CDD505-2E9C-101B-9397-08002B2CF9AE}" pid="7" name="TemplafyUserProfileId">
    <vt:lpwstr>1338980459474845741</vt:lpwstr>
  </op:property>
  <op:property fmtid="{D5CDD505-2E9C-101B-9397-08002B2CF9AE}" pid="8" name="TemplafyLanguageCode">
    <vt:lpwstr>en-GB</vt:lpwstr>
  </op:property>
  <op:property fmtid="{D5CDD505-2E9C-101B-9397-08002B2CF9AE}" pid="9" name="TemplafyFromBlank">
    <vt:bool>false</vt:bool>
  </op:property>
</op:Properties>
</file>