
<file path=[Content_Types].xml><?xml version="1.0" encoding="utf-8"?>
<Types xmlns="http://schemas.openxmlformats.org/package/2006/content-types">
  <Default Extension="bin" ContentType="image/png"/>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29"/>
  </p:sldMasterIdLst>
  <p:notesMasterIdLst>
    <p:notesMasterId r:id="rId46"/>
  </p:notesMasterIdLst>
  <p:handoutMasterIdLst>
    <p:handoutMasterId r:id="rId47"/>
  </p:handoutMasterIdLst>
  <p:sldIdLst>
    <p:sldId id="261" r:id="rId30"/>
    <p:sldId id="262" r:id="rId31"/>
    <p:sldId id="263" r:id="rId32"/>
    <p:sldId id="264" r:id="rId33"/>
    <p:sldId id="267" r:id="rId34"/>
    <p:sldId id="268" r:id="rId35"/>
    <p:sldId id="270" r:id="rId36"/>
    <p:sldId id="273" r:id="rId37"/>
    <p:sldId id="274" r:id="rId38"/>
    <p:sldId id="269" r:id="rId39"/>
    <p:sldId id="271" r:id="rId40"/>
    <p:sldId id="275" r:id="rId41"/>
    <p:sldId id="272" r:id="rId42"/>
    <p:sldId id="276" r:id="rId43"/>
    <p:sldId id="266" r:id="rId44"/>
    <p:sldId id="260" r:id="rId45"/>
  </p:sldIdLst>
  <p:sldSz cx="12188825" cy="6858000"/>
  <p:notesSz cx="6797675" cy="9926638"/>
  <p:embeddedFontLst>
    <p:embeddedFont>
      <p:font typeface="AU Passata" panose="020B0503030502030804" pitchFamily="34" charset="0"/>
      <p:regular r:id="rId48"/>
      <p:bold r:id="rId49"/>
    </p:embeddedFont>
    <p:embeddedFont>
      <p:font typeface="AU Passata Light" panose="020B0303030902030804" pitchFamily="34" charset="0"/>
      <p:regular r:id="rId50"/>
      <p:bold r:id="rId51"/>
    </p:embeddedFont>
    <p:embeddedFont>
      <p:font typeface="AU Peto" panose="040C0B07020602020301" pitchFamily="82" charset="0"/>
      <p:regular r:id="rId52"/>
      <p:bold r:id="rId53"/>
    </p:embeddedFont>
    <p:embeddedFont>
      <p:font typeface="Georgia" panose="02040502050405020303" pitchFamily="18" charset="0"/>
      <p:regular r:id="rId54"/>
      <p:bold r:id="rId55"/>
      <p:italic r:id="rId56"/>
      <p:boldItalic r:id="rId57"/>
    </p:embeddedFont>
  </p:embeddedFontLst>
  <p:defaultTextStyle>
    <a:defPPr>
      <a:defRPr lang="en-US"/>
    </a:defPPr>
    <a:lvl1pPr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1pPr>
    <a:lvl2pPr marL="609493"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2pPr>
    <a:lvl3pPr marL="1218987"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3pPr>
    <a:lvl4pPr marL="1828480"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4pPr>
    <a:lvl5pPr marL="2437973"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5pPr>
    <a:lvl6pPr marL="3047467" algn="l" defTabSz="1218987" rtl="0" eaLnBrk="1" latinLnBrk="0" hangingPunct="1">
      <a:defRPr sz="4799" kern="1200">
        <a:solidFill>
          <a:schemeClr val="tx1"/>
        </a:solidFill>
        <a:latin typeface="AU Passata" pitchFamily="34" charset="0"/>
        <a:ea typeface="+mn-ea"/>
        <a:cs typeface="+mn-cs"/>
      </a:defRPr>
    </a:lvl6pPr>
    <a:lvl7pPr marL="3656960" algn="l" defTabSz="1218987" rtl="0" eaLnBrk="1" latinLnBrk="0" hangingPunct="1">
      <a:defRPr sz="4799" kern="1200">
        <a:solidFill>
          <a:schemeClr val="tx1"/>
        </a:solidFill>
        <a:latin typeface="AU Passata" pitchFamily="34" charset="0"/>
        <a:ea typeface="+mn-ea"/>
        <a:cs typeface="+mn-cs"/>
      </a:defRPr>
    </a:lvl7pPr>
    <a:lvl8pPr marL="4266453" algn="l" defTabSz="1218987" rtl="0" eaLnBrk="1" latinLnBrk="0" hangingPunct="1">
      <a:defRPr sz="4799" kern="1200">
        <a:solidFill>
          <a:schemeClr val="tx1"/>
        </a:solidFill>
        <a:latin typeface="AU Passata" pitchFamily="34" charset="0"/>
        <a:ea typeface="+mn-ea"/>
        <a:cs typeface="+mn-cs"/>
      </a:defRPr>
    </a:lvl8pPr>
    <a:lvl9pPr marL="4875947" algn="l" defTabSz="1218987" rtl="0" eaLnBrk="1" latinLnBrk="0" hangingPunct="1">
      <a:defRPr sz="4799" kern="1200">
        <a:solidFill>
          <a:schemeClr val="tx1"/>
        </a:solidFill>
        <a:latin typeface="AU Passata"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546"/>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3" autoAdjust="0"/>
    <p:restoredTop sz="93457" autoAdjust="0"/>
  </p:normalViewPr>
  <p:slideViewPr>
    <p:cSldViewPr snapToObjects="1" showGuides="1">
      <p:cViewPr varScale="1">
        <p:scale>
          <a:sx n="53" d="100"/>
          <a:sy n="53" d="100"/>
        </p:scale>
        <p:origin x="52" y="168"/>
      </p:cViewPr>
      <p:guideLst/>
    </p:cSldViewPr>
  </p:slid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87" d="100"/>
          <a:sy n="87" d="100"/>
        </p:scale>
        <p:origin x="3762" y="7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10.xml"/><Relationship Id="rId21" Type="http://schemas.openxmlformats.org/officeDocument/2006/relationships/customXml" Target="../customXml/item21.xml"/><Relationship Id="rId34" Type="http://schemas.openxmlformats.org/officeDocument/2006/relationships/slide" Target="slides/slide5.xml"/><Relationship Id="rId42" Type="http://schemas.openxmlformats.org/officeDocument/2006/relationships/slide" Target="slides/slide13.xml"/><Relationship Id="rId47" Type="http://schemas.openxmlformats.org/officeDocument/2006/relationships/handoutMaster" Target="handoutMasters/handoutMaster1.xml"/><Relationship Id="rId50" Type="http://schemas.openxmlformats.org/officeDocument/2006/relationships/font" Target="fonts/font3.fntdata"/><Relationship Id="rId55" Type="http://schemas.openxmlformats.org/officeDocument/2006/relationships/font" Target="fonts/font8.fntdata"/><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Master" Target="slideMasters/slideMaster1.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 Target="slides/slide3.xml"/><Relationship Id="rId37" Type="http://schemas.openxmlformats.org/officeDocument/2006/relationships/slide" Target="slides/slide8.xml"/><Relationship Id="rId40" Type="http://schemas.openxmlformats.org/officeDocument/2006/relationships/slide" Target="slides/slide11.xml"/><Relationship Id="rId45" Type="http://schemas.openxmlformats.org/officeDocument/2006/relationships/slide" Target="slides/slide16.xml"/><Relationship Id="rId53" Type="http://schemas.openxmlformats.org/officeDocument/2006/relationships/font" Target="fonts/font6.fntdata"/><Relationship Id="rId58" Type="http://schemas.openxmlformats.org/officeDocument/2006/relationships/presProps" Target="presProps.xml"/><Relationship Id="rId5" Type="http://schemas.openxmlformats.org/officeDocument/2006/relationships/customXml" Target="../customXml/item5.xml"/><Relationship Id="rId61" Type="http://schemas.openxmlformats.org/officeDocument/2006/relationships/tableStyles" Target="tableStyles.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slide" Target="slides/slide1.xml"/><Relationship Id="rId35" Type="http://schemas.openxmlformats.org/officeDocument/2006/relationships/slide" Target="slides/slide6.xml"/><Relationship Id="rId43" Type="http://schemas.openxmlformats.org/officeDocument/2006/relationships/slide" Target="slides/slide14.xml"/><Relationship Id="rId48" Type="http://schemas.openxmlformats.org/officeDocument/2006/relationships/font" Target="fonts/font1.fntdata"/><Relationship Id="rId56" Type="http://schemas.openxmlformats.org/officeDocument/2006/relationships/font" Target="fonts/font9.fntdata"/><Relationship Id="rId8" Type="http://schemas.openxmlformats.org/officeDocument/2006/relationships/customXml" Target="../customXml/item8.xml"/><Relationship Id="rId51" Type="http://schemas.openxmlformats.org/officeDocument/2006/relationships/font" Target="fonts/font4.fntdata"/><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 Target="slides/slide4.xml"/><Relationship Id="rId38" Type="http://schemas.openxmlformats.org/officeDocument/2006/relationships/slide" Target="slides/slide9.xml"/><Relationship Id="rId46" Type="http://schemas.openxmlformats.org/officeDocument/2006/relationships/notesMaster" Target="notesMasters/notesMaster1.xml"/><Relationship Id="rId59" Type="http://schemas.openxmlformats.org/officeDocument/2006/relationships/viewProps" Target="viewProps.xml"/><Relationship Id="rId20" Type="http://schemas.openxmlformats.org/officeDocument/2006/relationships/customXml" Target="../customXml/item20.xml"/><Relationship Id="rId41" Type="http://schemas.openxmlformats.org/officeDocument/2006/relationships/slide" Target="slides/slide12.xml"/><Relationship Id="rId54" Type="http://schemas.openxmlformats.org/officeDocument/2006/relationships/font" Target="fonts/font7.fntdata"/><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7.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customXml" Target="../customXml/item10.xml"/><Relationship Id="rId31" Type="http://schemas.openxmlformats.org/officeDocument/2006/relationships/slide" Target="slides/slide2.xml"/><Relationship Id="rId44" Type="http://schemas.openxmlformats.org/officeDocument/2006/relationships/slide" Target="slides/slide15.xml"/><Relationship Id="rId52" Type="http://schemas.openxmlformats.org/officeDocument/2006/relationships/font" Target="fonts/font5.fntdata"/><Relationship Id="rId6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cilie Sonne Lindberg" userId="0b47f6fc-9644-4458-97b6-138b9e96790e" providerId="ADAL" clId="{D0577FDD-1F61-4AD6-BEB8-74E21C6F914A}"/>
    <pc:docChg chg="undo custSel addSld delSld modSld sldOrd modMainMaster">
      <pc:chgData name="Cecilie Sonne Lindberg" userId="0b47f6fc-9644-4458-97b6-138b9e96790e" providerId="ADAL" clId="{D0577FDD-1F61-4AD6-BEB8-74E21C6F914A}" dt="2026-02-16T13:16:47.641" v="5867" actId="139"/>
      <pc:docMkLst>
        <pc:docMk/>
      </pc:docMkLst>
      <pc:sldChg chg="addSp delSp modSp mod">
        <pc:chgData name="Cecilie Sonne Lindberg" userId="0b47f6fc-9644-4458-97b6-138b9e96790e" providerId="ADAL" clId="{D0577FDD-1F61-4AD6-BEB8-74E21C6F914A}" dt="2026-02-03T09:14:09.138" v="2673" actId="1076"/>
        <pc:sldMkLst>
          <pc:docMk/>
          <pc:sldMk cId="948320703" sldId="261"/>
        </pc:sldMkLst>
        <pc:spChg chg="add mod">
          <ac:chgData name="Cecilie Sonne Lindberg" userId="0b47f6fc-9644-4458-97b6-138b9e96790e" providerId="ADAL" clId="{D0577FDD-1F61-4AD6-BEB8-74E21C6F914A}" dt="2026-02-03T09:14:09.138" v="2673" actId="1076"/>
          <ac:spMkLst>
            <pc:docMk/>
            <pc:sldMk cId="948320703" sldId="261"/>
            <ac:spMk id="5" creationId="{9DDAF782-16F3-8875-0785-B82F24C10ED4}"/>
          </ac:spMkLst>
        </pc:spChg>
      </pc:sldChg>
      <pc:sldChg chg="modSp mod">
        <pc:chgData name="Cecilie Sonne Lindberg" userId="0b47f6fc-9644-4458-97b6-138b9e96790e" providerId="ADAL" clId="{D0577FDD-1F61-4AD6-BEB8-74E21C6F914A}" dt="2026-02-15T18:11:51.998" v="5645" actId="404"/>
        <pc:sldMkLst>
          <pc:docMk/>
          <pc:sldMk cId="2813365767" sldId="262"/>
        </pc:sldMkLst>
        <pc:spChg chg="mod">
          <ac:chgData name="Cecilie Sonne Lindberg" userId="0b47f6fc-9644-4458-97b6-138b9e96790e" providerId="ADAL" clId="{D0577FDD-1F61-4AD6-BEB8-74E21C6F914A}" dt="2026-02-15T18:11:51.998" v="5645" actId="404"/>
          <ac:spMkLst>
            <pc:docMk/>
            <pc:sldMk cId="2813365767" sldId="262"/>
            <ac:spMk id="5" creationId="{00000000-0000-0000-0000-000000000000}"/>
          </ac:spMkLst>
        </pc:spChg>
      </pc:sldChg>
      <pc:sldChg chg="modSp mod modNotesTx">
        <pc:chgData name="Cecilie Sonne Lindberg" userId="0b47f6fc-9644-4458-97b6-138b9e96790e" providerId="ADAL" clId="{D0577FDD-1F61-4AD6-BEB8-74E21C6F914A}" dt="2026-02-15T18:14:02.226" v="5662" actId="20577"/>
        <pc:sldMkLst>
          <pc:docMk/>
          <pc:sldMk cId="3387610881" sldId="263"/>
        </pc:sldMkLst>
        <pc:spChg chg="mod">
          <ac:chgData name="Cecilie Sonne Lindberg" userId="0b47f6fc-9644-4458-97b6-138b9e96790e" providerId="ADAL" clId="{D0577FDD-1F61-4AD6-BEB8-74E21C6F914A}" dt="2026-02-15T18:14:02.226" v="5662" actId="20577"/>
          <ac:spMkLst>
            <pc:docMk/>
            <pc:sldMk cId="3387610881" sldId="263"/>
            <ac:spMk id="3" creationId="{6365C291-40A4-B57F-0D69-94384EDC0A6C}"/>
          </ac:spMkLst>
        </pc:spChg>
        <pc:spChg chg="mod">
          <ac:chgData name="Cecilie Sonne Lindberg" userId="0b47f6fc-9644-4458-97b6-138b9e96790e" providerId="ADAL" clId="{D0577FDD-1F61-4AD6-BEB8-74E21C6F914A}" dt="2026-02-05T09:15:22.868" v="2799" actId="20577"/>
          <ac:spMkLst>
            <pc:docMk/>
            <pc:sldMk cId="3387610881" sldId="263"/>
            <ac:spMk id="5" creationId="{FEF54B1E-9E78-40C9-4A13-09E3306E312C}"/>
          </ac:spMkLst>
        </pc:spChg>
      </pc:sldChg>
      <pc:sldChg chg="modSp mod modNotesTx">
        <pc:chgData name="Cecilie Sonne Lindberg" userId="0b47f6fc-9644-4458-97b6-138b9e96790e" providerId="ADAL" clId="{D0577FDD-1F61-4AD6-BEB8-74E21C6F914A}" dt="2026-02-05T09:20:32.165" v="2967" actId="20577"/>
        <pc:sldMkLst>
          <pc:docMk/>
          <pc:sldMk cId="2130631952" sldId="264"/>
        </pc:sldMkLst>
        <pc:spChg chg="mod">
          <ac:chgData name="Cecilie Sonne Lindberg" userId="0b47f6fc-9644-4458-97b6-138b9e96790e" providerId="ADAL" clId="{D0577FDD-1F61-4AD6-BEB8-74E21C6F914A}" dt="2026-02-02T12:44:51.931" v="326" actId="20577"/>
          <ac:spMkLst>
            <pc:docMk/>
            <pc:sldMk cId="2130631952" sldId="264"/>
            <ac:spMk id="3" creationId="{46BBD384-5648-567C-19FF-7E2F149B92DA}"/>
          </ac:spMkLst>
        </pc:spChg>
        <pc:spChg chg="mod">
          <ac:chgData name="Cecilie Sonne Lindberg" userId="0b47f6fc-9644-4458-97b6-138b9e96790e" providerId="ADAL" clId="{D0577FDD-1F61-4AD6-BEB8-74E21C6F914A}" dt="2026-02-02T12:46:35.286" v="486" actId="20577"/>
          <ac:spMkLst>
            <pc:docMk/>
            <pc:sldMk cId="2130631952" sldId="264"/>
            <ac:spMk id="5" creationId="{E841ED2B-6B04-2A38-2C72-BC509852F370}"/>
          </ac:spMkLst>
        </pc:spChg>
      </pc:sldChg>
      <pc:sldChg chg="modSp add mod modNotesTx">
        <pc:chgData name="Cecilie Sonne Lindberg" userId="0b47f6fc-9644-4458-97b6-138b9e96790e" providerId="ADAL" clId="{D0577FDD-1F61-4AD6-BEB8-74E21C6F914A}" dt="2026-02-16T09:08:52.785" v="5823" actId="20577"/>
        <pc:sldMkLst>
          <pc:docMk/>
          <pc:sldMk cId="1713024421" sldId="267"/>
        </pc:sldMkLst>
        <pc:spChg chg="mod">
          <ac:chgData name="Cecilie Sonne Lindberg" userId="0b47f6fc-9644-4458-97b6-138b9e96790e" providerId="ADAL" clId="{D0577FDD-1F61-4AD6-BEB8-74E21C6F914A}" dt="2026-02-16T09:08:52.785" v="5823" actId="20577"/>
          <ac:spMkLst>
            <pc:docMk/>
            <pc:sldMk cId="1713024421" sldId="267"/>
            <ac:spMk id="3" creationId="{D8B9B751-151A-A372-5FFE-B82CB0F55516}"/>
          </ac:spMkLst>
        </pc:spChg>
        <pc:spChg chg="mod">
          <ac:chgData name="Cecilie Sonne Lindberg" userId="0b47f6fc-9644-4458-97b6-138b9e96790e" providerId="ADAL" clId="{D0577FDD-1F61-4AD6-BEB8-74E21C6F914A}" dt="2026-02-16T07:27:34.752" v="5821" actId="20577"/>
          <ac:spMkLst>
            <pc:docMk/>
            <pc:sldMk cId="1713024421" sldId="267"/>
            <ac:spMk id="5" creationId="{08C4B39F-7FE4-9167-240C-3AC09A4124D2}"/>
          </ac:spMkLst>
        </pc:spChg>
      </pc:sldChg>
      <pc:sldChg chg="modSp add mod modNotesTx">
        <pc:chgData name="Cecilie Sonne Lindberg" userId="0b47f6fc-9644-4458-97b6-138b9e96790e" providerId="ADAL" clId="{D0577FDD-1F61-4AD6-BEB8-74E21C6F914A}" dt="2026-02-15T18:19:04.255" v="5759" actId="20577"/>
        <pc:sldMkLst>
          <pc:docMk/>
          <pc:sldMk cId="3833354868" sldId="268"/>
        </pc:sldMkLst>
        <pc:spChg chg="mod">
          <ac:chgData name="Cecilie Sonne Lindberg" userId="0b47f6fc-9644-4458-97b6-138b9e96790e" providerId="ADAL" clId="{D0577FDD-1F61-4AD6-BEB8-74E21C6F914A}" dt="2026-02-02T12:56:01.059" v="1042" actId="20577"/>
          <ac:spMkLst>
            <pc:docMk/>
            <pc:sldMk cId="3833354868" sldId="268"/>
            <ac:spMk id="3" creationId="{15DBB530-EDD0-1A83-08B6-51ECD157E1D8}"/>
          </ac:spMkLst>
        </pc:spChg>
        <pc:spChg chg="mod">
          <ac:chgData name="Cecilie Sonne Lindberg" userId="0b47f6fc-9644-4458-97b6-138b9e96790e" providerId="ADAL" clId="{D0577FDD-1F61-4AD6-BEB8-74E21C6F914A}" dt="2026-02-15T18:19:04.255" v="5759" actId="20577"/>
          <ac:spMkLst>
            <pc:docMk/>
            <pc:sldMk cId="3833354868" sldId="268"/>
            <ac:spMk id="5" creationId="{CD83CA64-A0E8-55F9-3288-1F5C6637CB61}"/>
          </ac:spMkLst>
        </pc:spChg>
      </pc:sldChg>
      <pc:sldChg chg="addSp modSp add mod">
        <pc:chgData name="Cecilie Sonne Lindberg" userId="0b47f6fc-9644-4458-97b6-138b9e96790e" providerId="ADAL" clId="{D0577FDD-1F61-4AD6-BEB8-74E21C6F914A}" dt="2026-02-05T09:28:08.678" v="3667" actId="1076"/>
        <pc:sldMkLst>
          <pc:docMk/>
          <pc:sldMk cId="3926466724" sldId="269"/>
        </pc:sldMkLst>
        <pc:spChg chg="mod">
          <ac:chgData name="Cecilie Sonne Lindberg" userId="0b47f6fc-9644-4458-97b6-138b9e96790e" providerId="ADAL" clId="{D0577FDD-1F61-4AD6-BEB8-74E21C6F914A}" dt="2026-02-02T13:21:53.715" v="2218" actId="20577"/>
          <ac:spMkLst>
            <pc:docMk/>
            <pc:sldMk cId="3926466724" sldId="269"/>
            <ac:spMk id="3" creationId="{ACB9D8C8-177D-19B4-D5DD-B64038A129DD}"/>
          </ac:spMkLst>
        </pc:spChg>
        <pc:spChg chg="mod">
          <ac:chgData name="Cecilie Sonne Lindberg" userId="0b47f6fc-9644-4458-97b6-138b9e96790e" providerId="ADAL" clId="{D0577FDD-1F61-4AD6-BEB8-74E21C6F914A}" dt="2026-02-05T09:27:45.299" v="3661" actId="20577"/>
          <ac:spMkLst>
            <pc:docMk/>
            <pc:sldMk cId="3926466724" sldId="269"/>
            <ac:spMk id="5" creationId="{FAB96B79-E886-E21C-C9D3-7FE1578464E2}"/>
          </ac:spMkLst>
        </pc:spChg>
        <pc:spChg chg="add mod">
          <ac:chgData name="Cecilie Sonne Lindberg" userId="0b47f6fc-9644-4458-97b6-138b9e96790e" providerId="ADAL" clId="{D0577FDD-1F61-4AD6-BEB8-74E21C6F914A}" dt="2026-02-05T09:28:05.260" v="3666" actId="1076"/>
          <ac:spMkLst>
            <pc:docMk/>
            <pc:sldMk cId="3926466724" sldId="269"/>
            <ac:spMk id="6" creationId="{430E1189-EAE4-660A-FAF2-4A96305E8102}"/>
          </ac:spMkLst>
        </pc:spChg>
        <pc:picChg chg="add mod">
          <ac:chgData name="Cecilie Sonne Lindberg" userId="0b47f6fc-9644-4458-97b6-138b9e96790e" providerId="ADAL" clId="{D0577FDD-1F61-4AD6-BEB8-74E21C6F914A}" dt="2026-02-05T09:28:08.678" v="3667" actId="1076"/>
          <ac:picMkLst>
            <pc:docMk/>
            <pc:sldMk cId="3926466724" sldId="269"/>
            <ac:picMk id="4" creationId="{FBD5A06A-29DB-4E84-B605-D4C230A6F88B}"/>
          </ac:picMkLst>
        </pc:picChg>
      </pc:sldChg>
      <pc:sldChg chg="modSp add mod ord modNotesTx">
        <pc:chgData name="Cecilie Sonne Lindberg" userId="0b47f6fc-9644-4458-97b6-138b9e96790e" providerId="ADAL" clId="{D0577FDD-1F61-4AD6-BEB8-74E21C6F914A}" dt="2026-02-05T09:27:24.690" v="3658" actId="20577"/>
        <pc:sldMkLst>
          <pc:docMk/>
          <pc:sldMk cId="3843976881" sldId="270"/>
        </pc:sldMkLst>
        <pc:spChg chg="mod">
          <ac:chgData name="Cecilie Sonne Lindberg" userId="0b47f6fc-9644-4458-97b6-138b9e96790e" providerId="ADAL" clId="{D0577FDD-1F61-4AD6-BEB8-74E21C6F914A}" dt="2026-02-02T13:09:09.696" v="1753" actId="20577"/>
          <ac:spMkLst>
            <pc:docMk/>
            <pc:sldMk cId="3843976881" sldId="270"/>
            <ac:spMk id="3" creationId="{ACBE6B66-D4E5-9A6C-79D8-ED39824135F3}"/>
          </ac:spMkLst>
        </pc:spChg>
        <pc:spChg chg="mod">
          <ac:chgData name="Cecilie Sonne Lindberg" userId="0b47f6fc-9644-4458-97b6-138b9e96790e" providerId="ADAL" clId="{D0577FDD-1F61-4AD6-BEB8-74E21C6F914A}" dt="2026-02-05T09:26:35.288" v="3495" actId="20577"/>
          <ac:spMkLst>
            <pc:docMk/>
            <pc:sldMk cId="3843976881" sldId="270"/>
            <ac:spMk id="5" creationId="{D1EF2F2E-5ED5-7945-5064-F45F740D587E}"/>
          </ac:spMkLst>
        </pc:spChg>
      </pc:sldChg>
      <pc:sldChg chg="addSp delSp modSp add mod">
        <pc:chgData name="Cecilie Sonne Lindberg" userId="0b47f6fc-9644-4458-97b6-138b9e96790e" providerId="ADAL" clId="{D0577FDD-1F61-4AD6-BEB8-74E21C6F914A}" dt="2026-02-05T10:05:35.208" v="4901" actId="255"/>
        <pc:sldMkLst>
          <pc:docMk/>
          <pc:sldMk cId="1315193385" sldId="271"/>
        </pc:sldMkLst>
        <pc:spChg chg="mod">
          <ac:chgData name="Cecilie Sonne Lindberg" userId="0b47f6fc-9644-4458-97b6-138b9e96790e" providerId="ADAL" clId="{D0577FDD-1F61-4AD6-BEB8-74E21C6F914A}" dt="2026-02-02T13:25:26.652" v="2305" actId="20577"/>
          <ac:spMkLst>
            <pc:docMk/>
            <pc:sldMk cId="1315193385" sldId="271"/>
            <ac:spMk id="3" creationId="{A7D6DEDA-E516-0252-E982-2DCE5C474B89}"/>
          </ac:spMkLst>
        </pc:spChg>
        <pc:spChg chg="add del mod">
          <ac:chgData name="Cecilie Sonne Lindberg" userId="0b47f6fc-9644-4458-97b6-138b9e96790e" providerId="ADAL" clId="{D0577FDD-1F61-4AD6-BEB8-74E21C6F914A}" dt="2026-02-05T10:05:35.208" v="4901" actId="255"/>
          <ac:spMkLst>
            <pc:docMk/>
            <pc:sldMk cId="1315193385" sldId="271"/>
            <ac:spMk id="5" creationId="{F4725181-9CB4-00DC-025D-92F8C15F5434}"/>
          </ac:spMkLst>
        </pc:spChg>
      </pc:sldChg>
      <pc:sldChg chg="addSp delSp modSp add mod">
        <pc:chgData name="Cecilie Sonne Lindberg" userId="0b47f6fc-9644-4458-97b6-138b9e96790e" providerId="ADAL" clId="{D0577FDD-1F61-4AD6-BEB8-74E21C6F914A}" dt="2026-02-05T13:43:06.268" v="4916" actId="20577"/>
        <pc:sldMkLst>
          <pc:docMk/>
          <pc:sldMk cId="1598237352" sldId="272"/>
        </pc:sldMkLst>
        <pc:spChg chg="mod">
          <ac:chgData name="Cecilie Sonne Lindberg" userId="0b47f6fc-9644-4458-97b6-138b9e96790e" providerId="ADAL" clId="{D0577FDD-1F61-4AD6-BEB8-74E21C6F914A}" dt="2026-02-02T13:26:51.552" v="2348" actId="20577"/>
          <ac:spMkLst>
            <pc:docMk/>
            <pc:sldMk cId="1598237352" sldId="272"/>
            <ac:spMk id="3" creationId="{4CE8A130-082E-F4F8-925B-0807E9DB8E8F}"/>
          </ac:spMkLst>
        </pc:spChg>
        <pc:spChg chg="mod">
          <ac:chgData name="Cecilie Sonne Lindberg" userId="0b47f6fc-9644-4458-97b6-138b9e96790e" providerId="ADAL" clId="{D0577FDD-1F61-4AD6-BEB8-74E21C6F914A}" dt="2026-02-02T13:27:33.249" v="2356" actId="20577"/>
          <ac:spMkLst>
            <pc:docMk/>
            <pc:sldMk cId="1598237352" sldId="272"/>
            <ac:spMk id="5" creationId="{39F03D75-DE07-655A-CD57-FB0B8691A515}"/>
          </ac:spMkLst>
        </pc:spChg>
        <pc:spChg chg="add mod">
          <ac:chgData name="Cecilie Sonne Lindberg" userId="0b47f6fc-9644-4458-97b6-138b9e96790e" providerId="ADAL" clId="{D0577FDD-1F61-4AD6-BEB8-74E21C6F914A}" dt="2026-02-05T13:43:00.033" v="4915"/>
          <ac:spMkLst>
            <pc:docMk/>
            <pc:sldMk cId="1598237352" sldId="272"/>
            <ac:spMk id="13" creationId="{B9306F21-A8C5-00C7-D4A0-C13021E1FA01}"/>
          </ac:spMkLst>
        </pc:spChg>
        <pc:spChg chg="add mod">
          <ac:chgData name="Cecilie Sonne Lindberg" userId="0b47f6fc-9644-4458-97b6-138b9e96790e" providerId="ADAL" clId="{D0577FDD-1F61-4AD6-BEB8-74E21C6F914A}" dt="2026-02-05T13:43:06.268" v="4916" actId="20577"/>
          <ac:spMkLst>
            <pc:docMk/>
            <pc:sldMk cId="1598237352" sldId="272"/>
            <ac:spMk id="14" creationId="{938218A9-3231-B7D2-D79A-FBB9D4DF48E1}"/>
          </ac:spMkLst>
        </pc:spChg>
        <pc:picChg chg="add mod">
          <ac:chgData name="Cecilie Sonne Lindberg" userId="0b47f6fc-9644-4458-97b6-138b9e96790e" providerId="ADAL" clId="{D0577FDD-1F61-4AD6-BEB8-74E21C6F914A}" dt="2026-02-02T13:28:40.747" v="2424" actId="1076"/>
          <ac:picMkLst>
            <pc:docMk/>
            <pc:sldMk cId="1598237352" sldId="272"/>
            <ac:picMk id="4" creationId="{D0B59789-50E5-46F2-F7BA-326D9244D439}"/>
          </ac:picMkLst>
        </pc:picChg>
        <pc:picChg chg="add mod">
          <ac:chgData name="Cecilie Sonne Lindberg" userId="0b47f6fc-9644-4458-97b6-138b9e96790e" providerId="ADAL" clId="{D0577FDD-1F61-4AD6-BEB8-74E21C6F914A}" dt="2026-02-02T13:28:40.747" v="2424" actId="1076"/>
          <ac:picMkLst>
            <pc:docMk/>
            <pc:sldMk cId="1598237352" sldId="272"/>
            <ac:picMk id="6" creationId="{0955B025-ACCD-72E1-EF10-E51E852AFD25}"/>
          </ac:picMkLst>
        </pc:picChg>
        <pc:picChg chg="add mod">
          <ac:chgData name="Cecilie Sonne Lindberg" userId="0b47f6fc-9644-4458-97b6-138b9e96790e" providerId="ADAL" clId="{D0577FDD-1F61-4AD6-BEB8-74E21C6F914A}" dt="2026-02-02T13:28:43.911" v="2425" actId="1076"/>
          <ac:picMkLst>
            <pc:docMk/>
            <pc:sldMk cId="1598237352" sldId="272"/>
            <ac:picMk id="7" creationId="{798372BF-5C38-3B2C-DBEA-E838B36D95BB}"/>
          </ac:picMkLst>
        </pc:picChg>
        <pc:picChg chg="add mod">
          <ac:chgData name="Cecilie Sonne Lindberg" userId="0b47f6fc-9644-4458-97b6-138b9e96790e" providerId="ADAL" clId="{D0577FDD-1F61-4AD6-BEB8-74E21C6F914A}" dt="2026-02-05T13:43:00.033" v="4915"/>
          <ac:picMkLst>
            <pc:docMk/>
            <pc:sldMk cId="1598237352" sldId="272"/>
            <ac:picMk id="11" creationId="{9DE4BEFB-8869-52EC-1D09-F8E206F3AE4A}"/>
          </ac:picMkLst>
        </pc:picChg>
        <pc:picChg chg="add mod">
          <ac:chgData name="Cecilie Sonne Lindberg" userId="0b47f6fc-9644-4458-97b6-138b9e96790e" providerId="ADAL" clId="{D0577FDD-1F61-4AD6-BEB8-74E21C6F914A}" dt="2026-02-05T13:43:00.033" v="4915"/>
          <ac:picMkLst>
            <pc:docMk/>
            <pc:sldMk cId="1598237352" sldId="272"/>
            <ac:picMk id="12" creationId="{0B494C39-10EA-00DD-3DF0-8586AA4F7265}"/>
          </ac:picMkLst>
        </pc:picChg>
      </pc:sldChg>
      <pc:sldChg chg="modSp add mod">
        <pc:chgData name="Cecilie Sonne Lindberg" userId="0b47f6fc-9644-4458-97b6-138b9e96790e" providerId="ADAL" clId="{D0577FDD-1F61-4AD6-BEB8-74E21C6F914A}" dt="2026-02-02T13:20:24.314" v="2202" actId="20577"/>
        <pc:sldMkLst>
          <pc:docMk/>
          <pc:sldMk cId="1885257855" sldId="273"/>
        </pc:sldMkLst>
        <pc:spChg chg="mod">
          <ac:chgData name="Cecilie Sonne Lindberg" userId="0b47f6fc-9644-4458-97b6-138b9e96790e" providerId="ADAL" clId="{D0577FDD-1F61-4AD6-BEB8-74E21C6F914A}" dt="2026-02-02T13:20:24.314" v="2202" actId="20577"/>
          <ac:spMkLst>
            <pc:docMk/>
            <pc:sldMk cId="1885257855" sldId="273"/>
            <ac:spMk id="2" creationId="{B78E0EEC-0FCB-367B-AEBE-261DBC6043EA}"/>
          </ac:spMkLst>
        </pc:spChg>
      </pc:sldChg>
      <pc:sldChg chg="modSp new mod">
        <pc:chgData name="Cecilie Sonne Lindberg" userId="0b47f6fc-9644-4458-97b6-138b9e96790e" providerId="ADAL" clId="{D0577FDD-1F61-4AD6-BEB8-74E21C6F914A}" dt="2026-02-02T13:21:15.244" v="2209" actId="404"/>
        <pc:sldMkLst>
          <pc:docMk/>
          <pc:sldMk cId="3768781505" sldId="274"/>
        </pc:sldMkLst>
        <pc:spChg chg="mod">
          <ac:chgData name="Cecilie Sonne Lindberg" userId="0b47f6fc-9644-4458-97b6-138b9e96790e" providerId="ADAL" clId="{D0577FDD-1F61-4AD6-BEB8-74E21C6F914A}" dt="2026-02-02T13:21:15.244" v="2209" actId="404"/>
          <ac:spMkLst>
            <pc:docMk/>
            <pc:sldMk cId="3768781505" sldId="274"/>
            <ac:spMk id="2" creationId="{289E6007-912A-D632-90FA-5EF53E75139E}"/>
          </ac:spMkLst>
        </pc:spChg>
      </pc:sldChg>
      <pc:sldChg chg="addSp delSp modSp add mod ord">
        <pc:chgData name="Cecilie Sonne Lindberg" userId="0b47f6fc-9644-4458-97b6-138b9e96790e" providerId="ADAL" clId="{D0577FDD-1F61-4AD6-BEB8-74E21C6F914A}" dt="2026-02-15T18:25:59.671" v="5769" actId="20577"/>
        <pc:sldMkLst>
          <pc:docMk/>
          <pc:sldMk cId="236447680" sldId="275"/>
        </pc:sldMkLst>
        <pc:spChg chg="mod">
          <ac:chgData name="Cecilie Sonne Lindberg" userId="0b47f6fc-9644-4458-97b6-138b9e96790e" providerId="ADAL" clId="{D0577FDD-1F61-4AD6-BEB8-74E21C6F914A}" dt="2026-02-05T10:02:06.572" v="4834" actId="20577"/>
          <ac:spMkLst>
            <pc:docMk/>
            <pc:sldMk cId="236447680" sldId="275"/>
            <ac:spMk id="3" creationId="{084C300E-C358-5323-3B77-54F7295649F8}"/>
          </ac:spMkLst>
        </pc:spChg>
        <pc:spChg chg="mod">
          <ac:chgData name="Cecilie Sonne Lindberg" userId="0b47f6fc-9644-4458-97b6-138b9e96790e" providerId="ADAL" clId="{D0577FDD-1F61-4AD6-BEB8-74E21C6F914A}" dt="2026-02-15T18:25:59.671" v="5769" actId="20577"/>
          <ac:spMkLst>
            <pc:docMk/>
            <pc:sldMk cId="236447680" sldId="275"/>
            <ac:spMk id="5" creationId="{1BC03C06-BB12-807E-7D20-5E187E48FFC4}"/>
          </ac:spMkLst>
        </pc:spChg>
        <pc:spChg chg="add mod">
          <ac:chgData name="Cecilie Sonne Lindberg" userId="0b47f6fc-9644-4458-97b6-138b9e96790e" providerId="ADAL" clId="{D0577FDD-1F61-4AD6-BEB8-74E21C6F914A}" dt="2026-02-05T09:50:09.383" v="4473" actId="20577"/>
          <ac:spMkLst>
            <pc:docMk/>
            <pc:sldMk cId="236447680" sldId="275"/>
            <ac:spMk id="10" creationId="{35494C1F-9891-3959-CAFA-8BECC638C338}"/>
          </ac:spMkLst>
        </pc:spChg>
        <pc:picChg chg="add mod">
          <ac:chgData name="Cecilie Sonne Lindberg" userId="0b47f6fc-9644-4458-97b6-138b9e96790e" providerId="ADAL" clId="{D0577FDD-1F61-4AD6-BEB8-74E21C6F914A}" dt="2026-02-05T09:44:16.556" v="3830" actId="1076"/>
          <ac:picMkLst>
            <pc:docMk/>
            <pc:sldMk cId="236447680" sldId="275"/>
            <ac:picMk id="4" creationId="{D253569C-20DC-BDC6-09D9-FA8F623E2441}"/>
          </ac:picMkLst>
        </pc:picChg>
        <pc:picChg chg="add mod">
          <ac:chgData name="Cecilie Sonne Lindberg" userId="0b47f6fc-9644-4458-97b6-138b9e96790e" providerId="ADAL" clId="{D0577FDD-1F61-4AD6-BEB8-74E21C6F914A}" dt="2026-02-05T09:44:16.556" v="3830" actId="1076"/>
          <ac:picMkLst>
            <pc:docMk/>
            <pc:sldMk cId="236447680" sldId="275"/>
            <ac:picMk id="6" creationId="{55826BFE-2EA4-25AA-2172-CD16FF25C73E}"/>
          </ac:picMkLst>
        </pc:picChg>
        <pc:picChg chg="add mod">
          <ac:chgData name="Cecilie Sonne Lindberg" userId="0b47f6fc-9644-4458-97b6-138b9e96790e" providerId="ADAL" clId="{D0577FDD-1F61-4AD6-BEB8-74E21C6F914A}" dt="2026-02-05T09:44:16.556" v="3830" actId="1076"/>
          <ac:picMkLst>
            <pc:docMk/>
            <pc:sldMk cId="236447680" sldId="275"/>
            <ac:picMk id="7" creationId="{A70B8089-BCAE-31DB-3FD1-9F276D41F590}"/>
          </ac:picMkLst>
        </pc:picChg>
        <pc:picChg chg="add mod">
          <ac:chgData name="Cecilie Sonne Lindberg" userId="0b47f6fc-9644-4458-97b6-138b9e96790e" providerId="ADAL" clId="{D0577FDD-1F61-4AD6-BEB8-74E21C6F914A}" dt="2026-02-05T09:44:16.556" v="3830" actId="1076"/>
          <ac:picMkLst>
            <pc:docMk/>
            <pc:sldMk cId="236447680" sldId="275"/>
            <ac:picMk id="8" creationId="{8D2C4367-96CE-CDDA-EA96-AB671E57181B}"/>
          </ac:picMkLst>
        </pc:picChg>
        <pc:picChg chg="add mod">
          <ac:chgData name="Cecilie Sonne Lindberg" userId="0b47f6fc-9644-4458-97b6-138b9e96790e" providerId="ADAL" clId="{D0577FDD-1F61-4AD6-BEB8-74E21C6F914A}" dt="2026-02-05T09:44:16.556" v="3830" actId="1076"/>
          <ac:picMkLst>
            <pc:docMk/>
            <pc:sldMk cId="236447680" sldId="275"/>
            <ac:picMk id="9" creationId="{5ADA3CEE-12FE-1F43-D370-5DA173BB547A}"/>
          </ac:picMkLst>
        </pc:picChg>
      </pc:sldChg>
      <pc:sldChg chg="addSp delSp modSp add mod">
        <pc:chgData name="Cecilie Sonne Lindberg" userId="0b47f6fc-9644-4458-97b6-138b9e96790e" providerId="ADAL" clId="{D0577FDD-1F61-4AD6-BEB8-74E21C6F914A}" dt="2026-02-15T18:28:10.055" v="5817" actId="5793"/>
        <pc:sldMkLst>
          <pc:docMk/>
          <pc:sldMk cId="1077709955" sldId="276"/>
        </pc:sldMkLst>
        <pc:spChg chg="mod">
          <ac:chgData name="Cecilie Sonne Lindberg" userId="0b47f6fc-9644-4458-97b6-138b9e96790e" providerId="ADAL" clId="{D0577FDD-1F61-4AD6-BEB8-74E21C6F914A}" dt="2026-02-02T13:32:26.339" v="2569" actId="20577"/>
          <ac:spMkLst>
            <pc:docMk/>
            <pc:sldMk cId="1077709955" sldId="276"/>
            <ac:spMk id="3" creationId="{20AA24B7-5CD6-2F3A-2BEE-796524B8D72C}"/>
          </ac:spMkLst>
        </pc:spChg>
        <pc:spChg chg="mod">
          <ac:chgData name="Cecilie Sonne Lindberg" userId="0b47f6fc-9644-4458-97b6-138b9e96790e" providerId="ADAL" clId="{D0577FDD-1F61-4AD6-BEB8-74E21C6F914A}" dt="2026-02-15T18:28:10.055" v="5817" actId="5793"/>
          <ac:spMkLst>
            <pc:docMk/>
            <pc:sldMk cId="1077709955" sldId="276"/>
            <ac:spMk id="5" creationId="{441C0F0A-BE00-4E5D-7F66-3147AC70B107}"/>
          </ac:spMkLst>
        </pc:spChg>
      </pc:sldChg>
      <pc:sldMasterChg chg="modSp mod modSldLayout">
        <pc:chgData name="Cecilie Sonne Lindberg" userId="0b47f6fc-9644-4458-97b6-138b9e96790e" providerId="ADAL" clId="{D0577FDD-1F61-4AD6-BEB8-74E21C6F914A}" dt="2026-02-16T13:16:47.641" v="5867" actId="139"/>
        <pc:sldMasterMkLst>
          <pc:docMk/>
          <pc:sldMasterMk cId="0" sldId="2147483648"/>
        </pc:sldMasterMkLst>
        <pc:spChg chg="mod">
          <ac:chgData name="Cecilie Sonne Lindberg" userId="0b47f6fc-9644-4458-97b6-138b9e96790e" providerId="ADAL" clId="{D0577FDD-1F61-4AD6-BEB8-74E21C6F914A}" dt="2026-02-16T13:16:47.263" v="5827" actId="139"/>
          <ac:spMkLst>
            <pc:docMk/>
            <pc:sldMasterMk cId="0" sldId="2147483648"/>
            <ac:spMk id="4" creationId="{D0C255F4-97F5-2F16-C830-C233FA325C15}"/>
          </ac:spMkLst>
        </pc:spChg>
        <pc:spChg chg="mod">
          <ac:chgData name="Cecilie Sonne Lindberg" userId="0b47f6fc-9644-4458-97b6-138b9e96790e" providerId="ADAL" clId="{D0577FDD-1F61-4AD6-BEB8-74E21C6F914A}" dt="2026-02-16T13:16:47.256" v="5825" actId="139"/>
          <ac:spMkLst>
            <pc:docMk/>
            <pc:sldMasterMk cId="0" sldId="2147483648"/>
            <ac:spMk id="5" creationId="{2DB864AE-EC00-948C-4AD8-CC3FC72BC82F}"/>
          </ac:spMkLst>
        </pc:spChg>
        <pc:spChg chg="mod">
          <ac:chgData name="Cecilie Sonne Lindberg" userId="0b47f6fc-9644-4458-97b6-138b9e96790e" providerId="ADAL" clId="{D0577FDD-1F61-4AD6-BEB8-74E21C6F914A}" dt="2026-02-16T13:16:47.278" v="5831" actId="139"/>
          <ac:spMkLst>
            <pc:docMk/>
            <pc:sldMasterMk cId="0" sldId="2147483648"/>
            <ac:spMk id="21" creationId="{00000000-0000-0000-0000-000000000000}"/>
          </ac:spMkLst>
        </pc:spChg>
        <pc:spChg chg="mod">
          <ac:chgData name="Cecilie Sonne Lindberg" userId="0b47f6fc-9644-4458-97b6-138b9e96790e" providerId="ADAL" clId="{D0577FDD-1F61-4AD6-BEB8-74E21C6F914A}" dt="2026-02-16T13:16:47.285" v="5833" actId="139"/>
          <ac:spMkLst>
            <pc:docMk/>
            <pc:sldMasterMk cId="0" sldId="2147483648"/>
            <ac:spMk id="25" creationId="{00000000-0000-0000-0000-000000000000}"/>
          </ac:spMkLst>
        </pc:spChg>
        <pc:spChg chg="mod">
          <ac:chgData name="Cecilie Sonne Lindberg" userId="0b47f6fc-9644-4458-97b6-138b9e96790e" providerId="ADAL" clId="{D0577FDD-1F61-4AD6-BEB8-74E21C6F914A}" dt="2026-02-16T13:16:47.291" v="5835" actId="139"/>
          <ac:spMkLst>
            <pc:docMk/>
            <pc:sldMasterMk cId="0" sldId="2147483648"/>
            <ac:spMk id="26" creationId="{00000000-0000-0000-0000-000000000000}"/>
          </ac:spMkLst>
        </pc:spChg>
        <pc:spChg chg="mod">
          <ac:chgData name="Cecilie Sonne Lindberg" userId="0b47f6fc-9644-4458-97b6-138b9e96790e" providerId="ADAL" clId="{D0577FDD-1F61-4AD6-BEB8-74E21C6F914A}" dt="2026-02-16T13:16:47.269" v="5829" actId="139"/>
          <ac:spMkLst>
            <pc:docMk/>
            <pc:sldMasterMk cId="0" sldId="2147483648"/>
            <ac:spMk id="28" creationId="{00000000-0000-0000-0000-000000000000}"/>
          </ac:spMkLst>
        </pc:spChg>
        <pc:sldLayoutChg chg="modSp mod">
          <pc:chgData name="Cecilie Sonne Lindberg" userId="0b47f6fc-9644-4458-97b6-138b9e96790e" providerId="ADAL" clId="{D0577FDD-1F61-4AD6-BEB8-74E21C6F914A}" dt="2026-02-16T13:16:47.424" v="5857" actId="139"/>
          <pc:sldLayoutMkLst>
            <pc:docMk/>
            <pc:sldMasterMk cId="0" sldId="2147483648"/>
            <pc:sldLayoutMk cId="1127008260" sldId="2147483656"/>
          </pc:sldLayoutMkLst>
          <pc:spChg chg="mod">
            <ac:chgData name="Cecilie Sonne Lindberg" userId="0b47f6fc-9644-4458-97b6-138b9e96790e" providerId="ADAL" clId="{D0577FDD-1F61-4AD6-BEB8-74E21C6F914A}" dt="2026-02-16T13:16:47.391" v="5851" actId="139"/>
            <ac:spMkLst>
              <pc:docMk/>
              <pc:sldMasterMk cId="0" sldId="2147483648"/>
              <pc:sldLayoutMk cId="1127008260" sldId="2147483656"/>
              <ac:spMk id="7" creationId="{163F40E2-4217-07B0-ECD8-2A4A14C886B5}"/>
            </ac:spMkLst>
          </pc:spChg>
          <pc:spChg chg="mod">
            <ac:chgData name="Cecilie Sonne Lindberg" userId="0b47f6fc-9644-4458-97b6-138b9e96790e" providerId="ADAL" clId="{D0577FDD-1F61-4AD6-BEB8-74E21C6F914A}" dt="2026-02-16T13:16:47.382" v="5849" actId="139"/>
            <ac:spMkLst>
              <pc:docMk/>
              <pc:sldMasterMk cId="0" sldId="2147483648"/>
              <pc:sldLayoutMk cId="1127008260" sldId="2147483656"/>
              <ac:spMk id="8" creationId="{249423E2-54F8-7094-38E5-785211867F3D}"/>
            </ac:spMkLst>
          </pc:spChg>
          <pc:spChg chg="mod">
            <ac:chgData name="Cecilie Sonne Lindberg" userId="0b47f6fc-9644-4458-97b6-138b9e96790e" providerId="ADAL" clId="{D0577FDD-1F61-4AD6-BEB8-74E21C6F914A}" dt="2026-02-16T13:16:47.408" v="5855" actId="139"/>
            <ac:spMkLst>
              <pc:docMk/>
              <pc:sldMasterMk cId="0" sldId="2147483648"/>
              <pc:sldLayoutMk cId="1127008260" sldId="2147483656"/>
              <ac:spMk id="9" creationId="{4550AE95-0D19-942D-D04F-B30197C47EBA}"/>
            </ac:spMkLst>
          </pc:spChg>
          <pc:spChg chg="mod">
            <ac:chgData name="Cecilie Sonne Lindberg" userId="0b47f6fc-9644-4458-97b6-138b9e96790e" providerId="ADAL" clId="{D0577FDD-1F61-4AD6-BEB8-74E21C6F914A}" dt="2026-02-16T13:16:47.424" v="5857" actId="139"/>
            <ac:spMkLst>
              <pc:docMk/>
              <pc:sldMasterMk cId="0" sldId="2147483648"/>
              <pc:sldLayoutMk cId="1127008260" sldId="2147483656"/>
              <ac:spMk id="10" creationId="{7E45388B-77A2-F799-5C73-3DBEF86FEF0E}"/>
            </ac:spMkLst>
          </pc:spChg>
          <pc:spChg chg="mod">
            <ac:chgData name="Cecilie Sonne Lindberg" userId="0b47f6fc-9644-4458-97b6-138b9e96790e" providerId="ADAL" clId="{D0577FDD-1F61-4AD6-BEB8-74E21C6F914A}" dt="2026-02-16T13:16:47.400" v="5853" actId="139"/>
            <ac:spMkLst>
              <pc:docMk/>
              <pc:sldMasterMk cId="0" sldId="2147483648"/>
              <pc:sldLayoutMk cId="1127008260" sldId="2147483656"/>
              <ac:spMk id="42" creationId="{00000000-0000-0000-0000-000000000000}"/>
            </ac:spMkLst>
          </pc:spChg>
        </pc:sldLayoutChg>
        <pc:sldLayoutChg chg="modSp mod">
          <pc:chgData name="Cecilie Sonne Lindberg" userId="0b47f6fc-9644-4458-97b6-138b9e96790e" providerId="ADAL" clId="{D0577FDD-1F61-4AD6-BEB8-74E21C6F914A}" dt="2026-02-16T13:16:47.641" v="5867" actId="139"/>
          <pc:sldLayoutMkLst>
            <pc:docMk/>
            <pc:sldMasterMk cId="0" sldId="2147483648"/>
            <pc:sldLayoutMk cId="4128896695" sldId="2147483658"/>
          </pc:sldLayoutMkLst>
          <pc:spChg chg="mod">
            <ac:chgData name="Cecilie Sonne Lindberg" userId="0b47f6fc-9644-4458-97b6-138b9e96790e" providerId="ADAL" clId="{D0577FDD-1F61-4AD6-BEB8-74E21C6F914A}" dt="2026-02-16T13:16:47.641" v="5867" actId="139"/>
            <ac:spMkLst>
              <pc:docMk/>
              <pc:sldMasterMk cId="0" sldId="2147483648"/>
              <pc:sldLayoutMk cId="4128896695" sldId="2147483658"/>
              <ac:spMk id="5" creationId="{00000000-0000-0000-0000-000000000000}"/>
            </ac:spMkLst>
          </pc:spChg>
        </pc:sldLayoutChg>
        <pc:sldLayoutChg chg="modSp mod">
          <pc:chgData name="Cecilie Sonne Lindberg" userId="0b47f6fc-9644-4458-97b6-138b9e96790e" providerId="ADAL" clId="{D0577FDD-1F61-4AD6-BEB8-74E21C6F914A}" dt="2026-02-16T13:16:47.351" v="5847" actId="139"/>
          <pc:sldLayoutMkLst>
            <pc:docMk/>
            <pc:sldMasterMk cId="0" sldId="2147483648"/>
            <pc:sldLayoutMk cId="0" sldId="2147483659"/>
          </pc:sldLayoutMkLst>
          <pc:spChg chg="mod">
            <ac:chgData name="Cecilie Sonne Lindberg" userId="0b47f6fc-9644-4458-97b6-138b9e96790e" providerId="ADAL" clId="{D0577FDD-1F61-4AD6-BEB8-74E21C6F914A}" dt="2026-02-16T13:16:47.304" v="5837" actId="139"/>
            <ac:spMkLst>
              <pc:docMk/>
              <pc:sldMasterMk cId="0" sldId="2147483648"/>
              <pc:sldLayoutMk cId="0" sldId="2147483659"/>
              <ac:spMk id="5" creationId="{7F20FB0B-AB99-D1DA-4E1C-7C844AE40693}"/>
            </ac:spMkLst>
          </pc:spChg>
          <pc:spChg chg="mod">
            <ac:chgData name="Cecilie Sonne Lindberg" userId="0b47f6fc-9644-4458-97b6-138b9e96790e" providerId="ADAL" clId="{D0577FDD-1F61-4AD6-BEB8-74E21C6F914A}" dt="2026-02-16T13:16:47.311" v="5839" actId="139"/>
            <ac:spMkLst>
              <pc:docMk/>
              <pc:sldMasterMk cId="0" sldId="2147483648"/>
              <pc:sldLayoutMk cId="0" sldId="2147483659"/>
              <ac:spMk id="6" creationId="{94FCB787-CF58-D24B-3F9C-4CF65869F2F1}"/>
            </ac:spMkLst>
          </pc:spChg>
          <pc:spChg chg="mod">
            <ac:chgData name="Cecilie Sonne Lindberg" userId="0b47f6fc-9644-4458-97b6-138b9e96790e" providerId="ADAL" clId="{D0577FDD-1F61-4AD6-BEB8-74E21C6F914A}" dt="2026-02-16T13:16:47.340" v="5845" actId="139"/>
            <ac:spMkLst>
              <pc:docMk/>
              <pc:sldMasterMk cId="0" sldId="2147483648"/>
              <pc:sldLayoutMk cId="0" sldId="2147483659"/>
              <ac:spMk id="8" creationId="{289B577B-AF3B-2A62-0411-5FD9FF3C4208}"/>
            </ac:spMkLst>
          </pc:spChg>
          <pc:spChg chg="mod">
            <ac:chgData name="Cecilie Sonne Lindberg" userId="0b47f6fc-9644-4458-97b6-138b9e96790e" providerId="ADAL" clId="{D0577FDD-1F61-4AD6-BEB8-74E21C6F914A}" dt="2026-02-16T13:16:47.351" v="5847" actId="139"/>
            <ac:spMkLst>
              <pc:docMk/>
              <pc:sldMasterMk cId="0" sldId="2147483648"/>
              <pc:sldLayoutMk cId="0" sldId="2147483659"/>
              <ac:spMk id="9" creationId="{066A6607-F6B4-2025-DA5F-AC4D1914151A}"/>
            </ac:spMkLst>
          </pc:spChg>
          <pc:spChg chg="mod">
            <ac:chgData name="Cecilie Sonne Lindberg" userId="0b47f6fc-9644-4458-97b6-138b9e96790e" providerId="ADAL" clId="{D0577FDD-1F61-4AD6-BEB8-74E21C6F914A}" dt="2026-02-16T13:16:47.319" v="5841" actId="139"/>
            <ac:spMkLst>
              <pc:docMk/>
              <pc:sldMasterMk cId="0" sldId="2147483648"/>
              <pc:sldLayoutMk cId="0" sldId="2147483659"/>
              <ac:spMk id="36" creationId="{00000000-0000-0000-0000-000000000000}"/>
            </ac:spMkLst>
          </pc:spChg>
          <pc:spChg chg="mod">
            <ac:chgData name="Cecilie Sonne Lindberg" userId="0b47f6fc-9644-4458-97b6-138b9e96790e" providerId="ADAL" clId="{D0577FDD-1F61-4AD6-BEB8-74E21C6F914A}" dt="2026-02-16T13:16:47.330" v="5843" actId="139"/>
            <ac:spMkLst>
              <pc:docMk/>
              <pc:sldMasterMk cId="0" sldId="2147483648"/>
              <pc:sldLayoutMk cId="0" sldId="2147483659"/>
              <ac:spMk id="37" creationId="{00000000-0000-0000-0000-000000000000}"/>
            </ac:spMkLst>
          </pc:spChg>
        </pc:sldLayoutChg>
        <pc:sldLayoutChg chg="modSp mod">
          <pc:chgData name="Cecilie Sonne Lindberg" userId="0b47f6fc-9644-4458-97b6-138b9e96790e" providerId="ADAL" clId="{D0577FDD-1F61-4AD6-BEB8-74E21C6F914A}" dt="2026-02-16T13:16:47.523" v="5865" actId="139"/>
          <pc:sldLayoutMkLst>
            <pc:docMk/>
            <pc:sldMasterMk cId="0" sldId="2147483648"/>
            <pc:sldLayoutMk cId="200739098" sldId="2147483673"/>
          </pc:sldLayoutMkLst>
          <pc:spChg chg="mod">
            <ac:chgData name="Cecilie Sonne Lindberg" userId="0b47f6fc-9644-4458-97b6-138b9e96790e" providerId="ADAL" clId="{D0577FDD-1F61-4AD6-BEB8-74E21C6F914A}" dt="2026-02-16T13:16:47.478" v="5861" actId="139"/>
            <ac:spMkLst>
              <pc:docMk/>
              <pc:sldMasterMk cId="0" sldId="2147483648"/>
              <pc:sldLayoutMk cId="200739098" sldId="2147483673"/>
              <ac:spMk id="6" creationId="{57887568-1188-7AD6-FE68-DD94BB3E0742}"/>
            </ac:spMkLst>
          </pc:spChg>
          <pc:spChg chg="mod">
            <ac:chgData name="Cecilie Sonne Lindberg" userId="0b47f6fc-9644-4458-97b6-138b9e96790e" providerId="ADAL" clId="{D0577FDD-1F61-4AD6-BEB8-74E21C6F914A}" dt="2026-02-16T13:16:47.447" v="5859" actId="139"/>
            <ac:spMkLst>
              <pc:docMk/>
              <pc:sldMasterMk cId="0" sldId="2147483648"/>
              <pc:sldLayoutMk cId="200739098" sldId="2147483673"/>
              <ac:spMk id="7" creationId="{79F28AD6-C756-3FA9-8D35-B9ED537E5DDE}"/>
            </ac:spMkLst>
          </pc:spChg>
          <pc:spChg chg="mod">
            <ac:chgData name="Cecilie Sonne Lindberg" userId="0b47f6fc-9644-4458-97b6-138b9e96790e" providerId="ADAL" clId="{D0577FDD-1F61-4AD6-BEB8-74E21C6F914A}" dt="2026-02-16T13:16:47.506" v="5863" actId="139"/>
            <ac:spMkLst>
              <pc:docMk/>
              <pc:sldMasterMk cId="0" sldId="2147483648"/>
              <pc:sldLayoutMk cId="200739098" sldId="2147483673"/>
              <ac:spMk id="11" creationId="{A3243EC3-3157-0FCB-B9C5-4D04D60102D7}"/>
            </ac:spMkLst>
          </pc:spChg>
          <pc:spChg chg="mod">
            <ac:chgData name="Cecilie Sonne Lindberg" userId="0b47f6fc-9644-4458-97b6-138b9e96790e" providerId="ADAL" clId="{D0577FDD-1F61-4AD6-BEB8-74E21C6F914A}" dt="2026-02-16T13:16:47.523" v="5865" actId="139"/>
            <ac:spMkLst>
              <pc:docMk/>
              <pc:sldMasterMk cId="0" sldId="2147483648"/>
              <pc:sldLayoutMk cId="200739098" sldId="2147483673"/>
              <ac:spMk id="12" creationId="{295F1ED3-E7A6-8E03-3171-374E099942CC}"/>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buFontTx/>
              <a:buNone/>
              <a:defRPr sz="1200"/>
            </a:lvl1pPr>
          </a:lstStyle>
          <a:p>
            <a:pPr>
              <a:defRPr/>
            </a:pPr>
            <a:endParaRPr lang="en-GB" dirty="0"/>
          </a:p>
        </p:txBody>
      </p:sp>
      <p:sp>
        <p:nvSpPr>
          <p:cNvPr id="39939" name="Rectangle 3"/>
          <p:cNvSpPr>
            <a:spLocks noGrp="1" noChangeArrowheads="1"/>
          </p:cNvSpPr>
          <p:nvPr>
            <p:ph type="dt" sz="quarter" idx="1"/>
          </p:nvPr>
        </p:nvSpPr>
        <p:spPr bwMode="auto">
          <a:xfrm>
            <a:off x="3850443"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buFontTx/>
              <a:buNone/>
              <a:defRPr sz="1200"/>
            </a:lvl1pPr>
          </a:lstStyle>
          <a:p>
            <a:pPr>
              <a:defRPr/>
            </a:pPr>
            <a:endParaRPr lang="en-GB" dirty="0"/>
          </a:p>
        </p:txBody>
      </p:sp>
      <p:sp>
        <p:nvSpPr>
          <p:cNvPr id="39940" name="Rectangle 4"/>
          <p:cNvSpPr>
            <a:spLocks noGrp="1" noChangeArrowheads="1"/>
          </p:cNvSpPr>
          <p:nvPr>
            <p:ph type="ftr" sz="quarter" idx="2"/>
          </p:nvPr>
        </p:nvSpPr>
        <p:spPr bwMode="auto">
          <a:xfrm>
            <a:off x="0"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buFontTx/>
              <a:buNone/>
              <a:defRPr sz="1200"/>
            </a:lvl1pPr>
          </a:lstStyle>
          <a:p>
            <a:pPr>
              <a:defRPr/>
            </a:pPr>
            <a:endParaRPr lang="en-GB" dirty="0"/>
          </a:p>
        </p:txBody>
      </p:sp>
      <p:sp>
        <p:nvSpPr>
          <p:cNvPr id="39941" name="Rectangle 5"/>
          <p:cNvSpPr>
            <a:spLocks noGrp="1" noChangeArrowheads="1"/>
          </p:cNvSpPr>
          <p:nvPr>
            <p:ph type="sldNum" sz="quarter" idx="3"/>
          </p:nvPr>
        </p:nvSpPr>
        <p:spPr bwMode="auto">
          <a:xfrm>
            <a:off x="3850443"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buFontTx/>
              <a:buNone/>
              <a:defRPr sz="1200"/>
            </a:lvl1pPr>
          </a:lstStyle>
          <a:p>
            <a:pPr>
              <a:defRPr/>
            </a:pPr>
            <a:fld id="{88DF0C21-DE6B-488F-B9D9-B7FE08733B70}" type="slidenum">
              <a:rPr lang="en-GB"/>
              <a:pPr>
                <a:defRPr/>
              </a:pPr>
              <a:t>‹nr.›</a:t>
            </a:fld>
            <a:endParaRPr lang="en-GB" dirty="0"/>
          </a:p>
        </p:txBody>
      </p:sp>
    </p:spTree>
    <p:extLst>
      <p:ext uri="{BB962C8B-B14F-4D97-AF65-F5344CB8AC3E}">
        <p14:creationId xmlns:p14="http://schemas.microsoft.com/office/powerpoint/2010/main" val="7158050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buFontTx/>
              <a:buNone/>
              <a:defRPr sz="1200"/>
            </a:lvl1pPr>
          </a:lstStyle>
          <a:p>
            <a:pPr>
              <a:defRPr/>
            </a:pPr>
            <a:endParaRPr lang="en-GB" dirty="0"/>
          </a:p>
        </p:txBody>
      </p:sp>
      <p:sp>
        <p:nvSpPr>
          <p:cNvPr id="4099" name="Rectangle 3"/>
          <p:cNvSpPr>
            <a:spLocks noGrp="1" noChangeArrowheads="1"/>
          </p:cNvSpPr>
          <p:nvPr>
            <p:ph type="dt" idx="1"/>
          </p:nvPr>
        </p:nvSpPr>
        <p:spPr bwMode="auto">
          <a:xfrm>
            <a:off x="3850443"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buFontTx/>
              <a:buNone/>
              <a:defRPr sz="1200"/>
            </a:lvl1pPr>
          </a:lstStyle>
          <a:p>
            <a:pPr>
              <a:defRPr/>
            </a:pPr>
            <a:endParaRPr lang="en-GB" dirty="0"/>
          </a:p>
        </p:txBody>
      </p:sp>
      <p:sp>
        <p:nvSpPr>
          <p:cNvPr id="7172" name="Rectangle 4"/>
          <p:cNvSpPr>
            <a:spLocks noGrp="1" noRot="1" noChangeAspect="1" noChangeArrowheads="1" noTextEdit="1"/>
          </p:cNvSpPr>
          <p:nvPr>
            <p:ph type="sldImg" idx="2"/>
          </p:nvPr>
        </p:nvSpPr>
        <p:spPr bwMode="auto">
          <a:xfrm>
            <a:off x="92075" y="744538"/>
            <a:ext cx="6613525" cy="3722687"/>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79768" y="4715153"/>
            <a:ext cx="5438140" cy="44669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102" name="Rectangle 6"/>
          <p:cNvSpPr>
            <a:spLocks noGrp="1" noChangeArrowheads="1"/>
          </p:cNvSpPr>
          <p:nvPr>
            <p:ph type="ftr" sz="quarter" idx="4"/>
          </p:nvPr>
        </p:nvSpPr>
        <p:spPr bwMode="auto">
          <a:xfrm>
            <a:off x="0"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buFontTx/>
              <a:buNone/>
              <a:defRPr sz="1200"/>
            </a:lvl1pPr>
          </a:lstStyle>
          <a:p>
            <a:pPr>
              <a:defRPr/>
            </a:pPr>
            <a:endParaRPr lang="en-GB" dirty="0"/>
          </a:p>
        </p:txBody>
      </p:sp>
      <p:sp>
        <p:nvSpPr>
          <p:cNvPr id="4103" name="Rectangle 7"/>
          <p:cNvSpPr>
            <a:spLocks noGrp="1" noChangeArrowheads="1"/>
          </p:cNvSpPr>
          <p:nvPr>
            <p:ph type="sldNum" sz="quarter" idx="5"/>
          </p:nvPr>
        </p:nvSpPr>
        <p:spPr bwMode="auto">
          <a:xfrm>
            <a:off x="3850443"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buFontTx/>
              <a:buNone/>
              <a:defRPr sz="1200"/>
            </a:lvl1pPr>
          </a:lstStyle>
          <a:p>
            <a:pPr>
              <a:defRPr/>
            </a:pPr>
            <a:fld id="{72C160C3-3AB6-49C1-8001-AFDAD271EB5B}" type="slidenum">
              <a:rPr lang="en-GB"/>
              <a:pPr>
                <a:defRPr/>
              </a:pPr>
              <a:t>‹nr.›</a:t>
            </a:fld>
            <a:endParaRPr lang="en-GB" dirty="0"/>
          </a:p>
        </p:txBody>
      </p:sp>
    </p:spTree>
    <p:extLst>
      <p:ext uri="{BB962C8B-B14F-4D97-AF65-F5344CB8AC3E}">
        <p14:creationId xmlns:p14="http://schemas.microsoft.com/office/powerpoint/2010/main" val="24450390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AU Passata" pitchFamily="34" charset="0"/>
        <a:ea typeface="+mn-ea"/>
        <a:cs typeface="Arial" charset="0"/>
      </a:defRPr>
    </a:lvl1pPr>
    <a:lvl2pPr marL="609493" algn="l" rtl="0" eaLnBrk="0" fontAlgn="base" hangingPunct="0">
      <a:spcBef>
        <a:spcPct val="30000"/>
      </a:spcBef>
      <a:spcAft>
        <a:spcPct val="0"/>
      </a:spcAft>
      <a:defRPr sz="1600" kern="1200">
        <a:solidFill>
          <a:schemeClr val="tx1"/>
        </a:solidFill>
        <a:latin typeface="AU Passata" pitchFamily="34" charset="0"/>
        <a:ea typeface="+mn-ea"/>
        <a:cs typeface="Arial" charset="0"/>
      </a:defRPr>
    </a:lvl2pPr>
    <a:lvl3pPr marL="1218987" algn="l" rtl="0" eaLnBrk="0" fontAlgn="base" hangingPunct="0">
      <a:spcBef>
        <a:spcPct val="30000"/>
      </a:spcBef>
      <a:spcAft>
        <a:spcPct val="0"/>
      </a:spcAft>
      <a:defRPr sz="1600" kern="1200">
        <a:solidFill>
          <a:schemeClr val="tx1"/>
        </a:solidFill>
        <a:latin typeface="AU Passata" pitchFamily="34" charset="0"/>
        <a:ea typeface="+mn-ea"/>
        <a:cs typeface="Arial" charset="0"/>
      </a:defRPr>
    </a:lvl3pPr>
    <a:lvl4pPr marL="1828480" algn="l" rtl="0" eaLnBrk="0" fontAlgn="base" hangingPunct="0">
      <a:spcBef>
        <a:spcPct val="30000"/>
      </a:spcBef>
      <a:spcAft>
        <a:spcPct val="0"/>
      </a:spcAft>
      <a:defRPr sz="1600" kern="1200">
        <a:solidFill>
          <a:schemeClr val="tx1"/>
        </a:solidFill>
        <a:latin typeface="AU Passata" pitchFamily="34" charset="0"/>
        <a:ea typeface="+mn-ea"/>
        <a:cs typeface="Arial" charset="0"/>
      </a:defRPr>
    </a:lvl4pPr>
    <a:lvl5pPr marL="2437973" algn="l" rtl="0" eaLnBrk="0" fontAlgn="base" hangingPunct="0">
      <a:spcBef>
        <a:spcPct val="30000"/>
      </a:spcBef>
      <a:spcAft>
        <a:spcPct val="0"/>
      </a:spcAft>
      <a:defRPr sz="1600" kern="1200">
        <a:solidFill>
          <a:schemeClr val="tx1"/>
        </a:solidFill>
        <a:latin typeface="AU Passata" pitchFamily="34" charset="0"/>
        <a:ea typeface="+mn-ea"/>
        <a:cs typeface="Arial" charset="0"/>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sz="1600" b="0" kern="1200" dirty="0" err="1">
                <a:solidFill>
                  <a:schemeClr val="tx1"/>
                </a:solidFill>
                <a:effectLst/>
                <a:latin typeface="AU Passata" pitchFamily="34" charset="0"/>
                <a:ea typeface="+mn-ea"/>
                <a:cs typeface="Arial" charset="0"/>
              </a:rPr>
              <a:t>Nævn</a:t>
            </a:r>
            <a:r>
              <a:rPr lang="en-US" sz="1600" b="0" kern="1200" dirty="0">
                <a:solidFill>
                  <a:schemeClr val="tx1"/>
                </a:solidFill>
                <a:effectLst/>
                <a:latin typeface="AU Passata" pitchFamily="34" charset="0"/>
                <a:ea typeface="+mn-ea"/>
                <a:cs typeface="Arial" charset="0"/>
              </a:rPr>
              <a:t> </a:t>
            </a:r>
            <a:r>
              <a:rPr lang="en-US" sz="1600" b="0" kern="1200" dirty="0" err="1">
                <a:solidFill>
                  <a:schemeClr val="tx1"/>
                </a:solidFill>
                <a:effectLst/>
                <a:latin typeface="AU Passata" pitchFamily="34" charset="0"/>
                <a:ea typeface="+mn-ea"/>
                <a:cs typeface="Arial" charset="0"/>
              </a:rPr>
              <a:t>evt</a:t>
            </a:r>
            <a:r>
              <a:rPr lang="en-US" sz="1600" b="0" kern="1200" dirty="0">
                <a:solidFill>
                  <a:schemeClr val="tx1"/>
                </a:solidFill>
                <a:effectLst/>
                <a:latin typeface="AU Passata" pitchFamily="34" charset="0"/>
                <a:ea typeface="+mn-ea"/>
                <a:cs typeface="Arial" charset="0"/>
              </a:rPr>
              <a:t>. </a:t>
            </a:r>
            <a:r>
              <a:rPr lang="en-US" sz="1600" b="0" kern="1200" dirty="0" err="1">
                <a:solidFill>
                  <a:schemeClr val="tx1"/>
                </a:solidFill>
                <a:effectLst/>
                <a:latin typeface="AU Passata" pitchFamily="34" charset="0"/>
                <a:ea typeface="+mn-ea"/>
                <a:cs typeface="Arial" charset="0"/>
              </a:rPr>
              <a:t>ObeCaRe</a:t>
            </a:r>
            <a:r>
              <a:rPr lang="en-US" sz="1600" b="0" kern="1200" dirty="0">
                <a:solidFill>
                  <a:schemeClr val="tx1"/>
                </a:solidFill>
                <a:effectLst/>
                <a:latin typeface="AU Passata" pitchFamily="34" charset="0"/>
                <a:ea typeface="+mn-ea"/>
                <a:cs typeface="Arial" charset="0"/>
              </a:rPr>
              <a:t> </a:t>
            </a:r>
            <a:r>
              <a:rPr lang="en-US" sz="1600" b="0" kern="1200" dirty="0" err="1">
                <a:solidFill>
                  <a:schemeClr val="tx1"/>
                </a:solidFill>
                <a:effectLst/>
                <a:latin typeface="AU Passata" pitchFamily="34" charset="0"/>
                <a:ea typeface="+mn-ea"/>
                <a:cs typeface="Arial" charset="0"/>
              </a:rPr>
              <a:t>som</a:t>
            </a:r>
            <a:r>
              <a:rPr lang="en-US" sz="1600" b="0" kern="1200" dirty="0">
                <a:solidFill>
                  <a:schemeClr val="tx1"/>
                </a:solidFill>
                <a:effectLst/>
                <a:latin typeface="AU Passata" pitchFamily="34" charset="0"/>
                <a:ea typeface="+mn-ea"/>
                <a:cs typeface="Arial" charset="0"/>
              </a:rPr>
              <a:t> </a:t>
            </a:r>
            <a:r>
              <a:rPr lang="en-US" sz="1600" b="0" kern="1200" dirty="0" err="1">
                <a:solidFill>
                  <a:schemeClr val="tx1"/>
                </a:solidFill>
                <a:effectLst/>
                <a:latin typeface="AU Passata" pitchFamily="34" charset="0"/>
                <a:ea typeface="+mn-ea"/>
                <a:cs typeface="Arial" charset="0"/>
              </a:rPr>
              <a:t>erfaring</a:t>
            </a:r>
            <a:r>
              <a:rPr lang="en-US" sz="1600" b="0" kern="1200" dirty="0">
                <a:solidFill>
                  <a:schemeClr val="tx1"/>
                </a:solidFill>
                <a:effectLst/>
                <a:latin typeface="AU Passata" pitchFamily="34" charset="0"/>
                <a:ea typeface="+mn-ea"/>
                <a:cs typeface="Arial" charset="0"/>
              </a:rPr>
              <a:t>. </a:t>
            </a:r>
            <a:br>
              <a:rPr lang="en-US" sz="1600" b="0" kern="1200" dirty="0">
                <a:solidFill>
                  <a:schemeClr val="tx1"/>
                </a:solidFill>
                <a:effectLst/>
                <a:latin typeface="AU Passata" pitchFamily="34" charset="0"/>
                <a:ea typeface="+mn-ea"/>
                <a:cs typeface="Arial" charset="0"/>
              </a:rPr>
            </a:br>
            <a:r>
              <a:rPr lang="en-US" sz="1600" b="0" kern="1200" dirty="0">
                <a:solidFill>
                  <a:schemeClr val="tx1"/>
                </a:solidFill>
                <a:effectLst/>
                <a:latin typeface="AU Passata" pitchFamily="34" charset="0"/>
                <a:ea typeface="+mn-ea"/>
                <a:cs typeface="Arial" charset="0"/>
              </a:rPr>
              <a:t>Obesity affects 16% of adults globally(1), with Denmark's prevalence increasing from 13.6% in 2010 to 18.7% in 2023(17). The causes of obesity are multifactorial and complex, including factors such as genetics, lifestyle and socioeconomic factors (1, 18). Obesity is linked to at least 15 types of cancer (1-7), including postmenopausal breast, gastrointestinal, gynecological, renal, and prostate cancers, with reduced cancer prognosis(8). Cancer rates are also increasing globally as well in as Denmark, and obesity is estimated to contribute to up to 20 % of cancer-related deaths(2). </a:t>
            </a:r>
            <a:endParaRPr lang="da-DK" sz="1600" b="1" kern="1200" dirty="0">
              <a:solidFill>
                <a:schemeClr val="tx1"/>
              </a:solidFill>
              <a:effectLst/>
              <a:latin typeface="AU Passata" pitchFamily="34" charset="0"/>
              <a:ea typeface="+mn-ea"/>
              <a:cs typeface="Arial" charset="0"/>
            </a:endParaRPr>
          </a:p>
          <a:p>
            <a:r>
              <a:rPr lang="en-US" sz="1600" b="0" kern="1200" dirty="0">
                <a:solidFill>
                  <a:schemeClr val="tx1"/>
                </a:solidFill>
                <a:effectLst/>
                <a:latin typeface="AU Passata" pitchFamily="34" charset="0"/>
                <a:ea typeface="+mn-ea"/>
                <a:cs typeface="Arial" charset="0"/>
              </a:rPr>
              <a:t> </a:t>
            </a:r>
            <a:endParaRPr lang="da-DK" sz="1600" b="1" kern="1200" dirty="0">
              <a:solidFill>
                <a:schemeClr val="tx1"/>
              </a:solidFill>
              <a:effectLst/>
              <a:latin typeface="AU Passata" pitchFamily="34" charset="0"/>
              <a:ea typeface="+mn-ea"/>
              <a:cs typeface="Arial" charset="0"/>
            </a:endParaRPr>
          </a:p>
          <a:p>
            <a:r>
              <a:rPr lang="en-US" sz="1600" b="0" kern="1200" dirty="0">
                <a:solidFill>
                  <a:schemeClr val="tx1"/>
                </a:solidFill>
                <a:effectLst/>
                <a:latin typeface="AU Passata" pitchFamily="34" charset="0"/>
                <a:ea typeface="+mn-ea"/>
                <a:cs typeface="Arial" charset="0"/>
              </a:rPr>
              <a:t>People with obesity are less likely to attend cancer screenings, and for those with low socioeconomic position the participation rates is further decreased., leading to late-stage diagnoses ((9, 10). Women with obesity are less likely to undergo breast and cervical cancer screening(9, 19-22), and those with severe obesity (BMI &gt; 40 kg/m²) are less likely to participate in colorectal cancer screening(23, 24). However, little is known on the role of social inequalities in cancer screening utilization among people with obesity, as well as the influence of internalized weight bias, mental health, physical health, and socioeconomic factors.</a:t>
            </a:r>
            <a:endParaRPr lang="da-DK" sz="1600" b="1" kern="1200" dirty="0">
              <a:solidFill>
                <a:schemeClr val="tx1"/>
              </a:solidFill>
              <a:effectLst/>
              <a:latin typeface="AU Passata" pitchFamily="34" charset="0"/>
              <a:ea typeface="+mn-ea"/>
              <a:cs typeface="Arial" charset="0"/>
            </a:endParaRPr>
          </a:p>
          <a:p>
            <a:r>
              <a:rPr lang="en-US" sz="1600" b="0" kern="1200" dirty="0">
                <a:solidFill>
                  <a:schemeClr val="tx1"/>
                </a:solidFill>
                <a:effectLst/>
                <a:latin typeface="AU Passata" pitchFamily="34" charset="0"/>
                <a:ea typeface="+mn-ea"/>
                <a:cs typeface="Arial" charset="0"/>
              </a:rPr>
              <a:t> </a:t>
            </a:r>
            <a:endParaRPr lang="da-DK" sz="1600" b="1" kern="1200" dirty="0">
              <a:solidFill>
                <a:schemeClr val="tx1"/>
              </a:solidFill>
              <a:effectLst/>
              <a:latin typeface="AU Passata" pitchFamily="34" charset="0"/>
              <a:ea typeface="+mn-ea"/>
              <a:cs typeface="Arial" charset="0"/>
            </a:endParaRPr>
          </a:p>
          <a:p>
            <a:r>
              <a:rPr lang="en-US" sz="1600" b="0" kern="1200" dirty="0">
                <a:solidFill>
                  <a:schemeClr val="tx1"/>
                </a:solidFill>
                <a:effectLst/>
                <a:latin typeface="AU Passata" pitchFamily="34" charset="0"/>
                <a:ea typeface="+mn-ea"/>
                <a:cs typeface="Arial" charset="0"/>
              </a:rPr>
              <a:t>People with obesity often face delays in cancer diagnosis (11, 12) and obesity is linked to poorer prognosis in several cancers, such as breast, colon, endometrium, ovarian and prostate cancer(8). Knowledge is sparse on how obesity affects the timing of cancer diagnosis, and how this is influenced by internalized weight bias, mental and physical health, frequency of general practice visits before diagnosis, and socioeconomic factors. Therefore, we aim to fill the knowledge gap. </a:t>
            </a:r>
            <a:endParaRPr lang="da-DK" sz="1600" b="1" kern="1200" dirty="0">
              <a:solidFill>
                <a:schemeClr val="tx1"/>
              </a:solidFill>
              <a:effectLst/>
              <a:latin typeface="AU Passata" pitchFamily="34" charset="0"/>
              <a:ea typeface="+mn-ea"/>
              <a:cs typeface="Arial" charset="0"/>
            </a:endParaRPr>
          </a:p>
          <a:p>
            <a:r>
              <a:rPr lang="en-US" sz="1600" b="0" kern="1200" dirty="0">
                <a:solidFill>
                  <a:schemeClr val="tx1"/>
                </a:solidFill>
                <a:effectLst/>
                <a:latin typeface="AU Passata" pitchFamily="34" charset="0"/>
                <a:ea typeface="+mn-ea"/>
                <a:cs typeface="Arial" charset="0"/>
              </a:rPr>
              <a:t> </a:t>
            </a:r>
            <a:endParaRPr lang="da-DK" sz="1600" b="1" kern="1200" dirty="0">
              <a:solidFill>
                <a:schemeClr val="tx1"/>
              </a:solidFill>
              <a:effectLst/>
              <a:latin typeface="AU Passata" pitchFamily="34" charset="0"/>
              <a:ea typeface="+mn-ea"/>
              <a:cs typeface="Arial" charset="0"/>
            </a:endParaRPr>
          </a:p>
          <a:p>
            <a:r>
              <a:rPr lang="en-US" sz="1600" b="0" kern="1200" dirty="0">
                <a:solidFill>
                  <a:schemeClr val="tx1"/>
                </a:solidFill>
                <a:effectLst/>
                <a:latin typeface="AU Passata" pitchFamily="34" charset="0"/>
                <a:ea typeface="+mn-ea"/>
                <a:cs typeface="Arial" charset="0"/>
              </a:rPr>
              <a:t>Public awareness and knowledge of the connection between obesity and cancer are minimal, and there are socioeconomic disparities in health awareness regarding the cancer risks associated with obesity(7, 13). Surprisingly, a large scoping review on weight-related communication in general practice found no examples addressing obesity's strong link to cancer risk(15). </a:t>
            </a:r>
            <a:endParaRPr lang="da-DK" sz="1600" b="1" kern="1200" dirty="0">
              <a:solidFill>
                <a:schemeClr val="tx1"/>
              </a:solidFill>
              <a:effectLst/>
              <a:latin typeface="AU Passata" pitchFamily="34" charset="0"/>
              <a:ea typeface="+mn-ea"/>
              <a:cs typeface="Arial" charset="0"/>
            </a:endParaRPr>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3</a:t>
            </a:fld>
            <a:endParaRPr lang="en-GB" dirty="0"/>
          </a:p>
        </p:txBody>
      </p:sp>
    </p:spTree>
    <p:extLst>
      <p:ext uri="{BB962C8B-B14F-4D97-AF65-F5344CB8AC3E}">
        <p14:creationId xmlns:p14="http://schemas.microsoft.com/office/powerpoint/2010/main" val="3531656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600" kern="1200" dirty="0" err="1">
                <a:solidFill>
                  <a:schemeClr val="tx1"/>
                </a:solidFill>
                <a:effectLst/>
                <a:latin typeface="AU Passata" pitchFamily="34" charset="0"/>
                <a:ea typeface="+mn-ea"/>
                <a:cs typeface="Arial" charset="0"/>
              </a:rPr>
              <a:t>Nævn</a:t>
            </a:r>
            <a:r>
              <a:rPr lang="en-US" sz="1600" kern="1200" dirty="0">
                <a:solidFill>
                  <a:schemeClr val="tx1"/>
                </a:solidFill>
                <a:effectLst/>
                <a:latin typeface="AU Passata" pitchFamily="34" charset="0"/>
                <a:ea typeface="+mn-ea"/>
                <a:cs typeface="Arial" charset="0"/>
              </a:rPr>
              <a:t> </a:t>
            </a:r>
            <a:r>
              <a:rPr lang="en-US" sz="1600" kern="1200" dirty="0" err="1">
                <a:solidFill>
                  <a:schemeClr val="tx1"/>
                </a:solidFill>
                <a:effectLst/>
                <a:latin typeface="AU Passata" pitchFamily="34" charset="0"/>
                <a:ea typeface="+mn-ea"/>
                <a:cs typeface="Arial" charset="0"/>
              </a:rPr>
              <a:t>erfaring</a:t>
            </a:r>
            <a:r>
              <a:rPr lang="en-US" sz="1600" kern="1200" dirty="0">
                <a:solidFill>
                  <a:schemeClr val="tx1"/>
                </a:solidFill>
                <a:effectLst/>
                <a:latin typeface="AU Passata" pitchFamily="34" charset="0"/>
                <a:ea typeface="+mn-ea"/>
                <a:cs typeface="Arial" charset="0"/>
              </a:rPr>
              <a:t>. </a:t>
            </a:r>
            <a:r>
              <a:rPr lang="en-US" sz="1600" kern="1200" dirty="0" err="1">
                <a:solidFill>
                  <a:schemeClr val="tx1"/>
                </a:solidFill>
                <a:effectLst/>
                <a:latin typeface="AU Passata" pitchFamily="34" charset="0"/>
                <a:ea typeface="+mn-ea"/>
                <a:cs typeface="Arial" charset="0"/>
              </a:rPr>
              <a:t>Lavede</a:t>
            </a:r>
            <a:r>
              <a:rPr lang="en-US" sz="1600" kern="1200" dirty="0">
                <a:solidFill>
                  <a:schemeClr val="tx1"/>
                </a:solidFill>
                <a:effectLst/>
                <a:latin typeface="AU Passata" pitchFamily="34" charset="0"/>
                <a:ea typeface="+mn-ea"/>
                <a:cs typeface="Arial" charset="0"/>
              </a:rPr>
              <a:t> scoping review, </a:t>
            </a:r>
            <a:r>
              <a:rPr lang="en-US" sz="1600" kern="1200" dirty="0" err="1">
                <a:solidFill>
                  <a:schemeClr val="tx1"/>
                </a:solidFill>
                <a:effectLst/>
                <a:latin typeface="AU Passata" pitchFamily="34" charset="0"/>
                <a:ea typeface="+mn-ea"/>
                <a:cs typeface="Arial" charset="0"/>
              </a:rPr>
              <a:t>hvor</a:t>
            </a:r>
            <a:r>
              <a:rPr lang="en-US" sz="1600" kern="1200" dirty="0">
                <a:solidFill>
                  <a:schemeClr val="tx1"/>
                </a:solidFill>
                <a:effectLst/>
                <a:latin typeface="AU Passata" pitchFamily="34" charset="0"/>
                <a:ea typeface="+mn-ea"/>
                <a:cs typeface="Arial" charset="0"/>
              </a:rPr>
              <a:t> stigma </a:t>
            </a:r>
            <a:r>
              <a:rPr lang="en-US" sz="1600" kern="1200" dirty="0" err="1">
                <a:solidFill>
                  <a:schemeClr val="tx1"/>
                </a:solidFill>
                <a:effectLst/>
                <a:latin typeface="AU Passata" pitchFamily="34" charset="0"/>
                <a:ea typeface="+mn-ea"/>
                <a:cs typeface="Arial" charset="0"/>
              </a:rPr>
              <a:t>også</a:t>
            </a:r>
            <a:r>
              <a:rPr lang="en-US" sz="1600" kern="1200" dirty="0">
                <a:solidFill>
                  <a:schemeClr val="tx1"/>
                </a:solidFill>
                <a:effectLst/>
                <a:latin typeface="AU Passata" pitchFamily="34" charset="0"/>
                <a:ea typeface="+mn-ea"/>
                <a:cs typeface="Arial" charset="0"/>
              </a:rPr>
              <a:t> </a:t>
            </a:r>
            <a:r>
              <a:rPr lang="en-US" sz="1600" kern="1200" dirty="0" err="1">
                <a:solidFill>
                  <a:schemeClr val="tx1"/>
                </a:solidFill>
                <a:effectLst/>
                <a:latin typeface="AU Passata" pitchFamily="34" charset="0"/>
                <a:ea typeface="+mn-ea"/>
                <a:cs typeface="Arial" charset="0"/>
              </a:rPr>
              <a:t>fyldte</a:t>
            </a:r>
            <a:r>
              <a:rPr lang="en-US" sz="1600" kern="1200" dirty="0">
                <a:solidFill>
                  <a:schemeClr val="tx1"/>
                </a:solidFill>
                <a:effectLst/>
                <a:latin typeface="AU Passata" pitchFamily="34" charset="0"/>
                <a:ea typeface="+mn-ea"/>
                <a:cs typeface="Arial" charset="0"/>
              </a:rPr>
              <a:t> </a:t>
            </a:r>
            <a:r>
              <a:rPr lang="en-US" sz="1600" kern="1200" dirty="0" err="1">
                <a:solidFill>
                  <a:schemeClr val="tx1"/>
                </a:solidFill>
                <a:effectLst/>
                <a:latin typeface="AU Passata" pitchFamily="34" charset="0"/>
                <a:ea typeface="+mn-ea"/>
                <a:cs typeface="Arial" charset="0"/>
              </a:rPr>
              <a:t>samt</a:t>
            </a:r>
            <a:r>
              <a:rPr lang="en-US" sz="1600" kern="1200" dirty="0">
                <a:solidFill>
                  <a:schemeClr val="tx1"/>
                </a:solidFill>
                <a:effectLst/>
                <a:latin typeface="AU Passata" pitchFamily="34" charset="0"/>
                <a:ea typeface="+mn-ea"/>
                <a:cs typeface="Arial" charset="0"/>
              </a:rPr>
              <a:t>, at </a:t>
            </a:r>
            <a:r>
              <a:rPr lang="en-US" sz="1600" kern="1200" dirty="0" err="1">
                <a:solidFill>
                  <a:schemeClr val="tx1"/>
                </a:solidFill>
                <a:effectLst/>
                <a:latin typeface="AU Passata" pitchFamily="34" charset="0"/>
                <a:ea typeface="+mn-ea"/>
                <a:cs typeface="Arial" charset="0"/>
              </a:rPr>
              <a:t>kræft</a:t>
            </a:r>
            <a:r>
              <a:rPr lang="en-US" sz="1600" kern="1200" dirty="0">
                <a:solidFill>
                  <a:schemeClr val="tx1"/>
                </a:solidFill>
                <a:effectLst/>
                <a:latin typeface="AU Passata" pitchFamily="34" charset="0"/>
                <a:ea typeface="+mn-ea"/>
                <a:cs typeface="Arial" charset="0"/>
              </a:rPr>
              <a:t> </a:t>
            </a:r>
            <a:r>
              <a:rPr lang="en-US" sz="1600" kern="1200" dirty="0" err="1">
                <a:solidFill>
                  <a:schemeClr val="tx1"/>
                </a:solidFill>
                <a:effectLst/>
                <a:latin typeface="AU Passata" pitchFamily="34" charset="0"/>
                <a:ea typeface="+mn-ea"/>
                <a:cs typeface="Arial" charset="0"/>
              </a:rPr>
              <a:t>stort</a:t>
            </a:r>
            <a:r>
              <a:rPr lang="en-US" sz="1600" kern="1200" dirty="0">
                <a:solidFill>
                  <a:schemeClr val="tx1"/>
                </a:solidFill>
                <a:effectLst/>
                <a:latin typeface="AU Passata" pitchFamily="34" charset="0"/>
                <a:ea typeface="+mn-ea"/>
                <a:cs typeface="Arial" charset="0"/>
              </a:rPr>
              <a:t> set </a:t>
            </a:r>
            <a:r>
              <a:rPr lang="en-US" sz="1600" kern="1200" dirty="0" err="1">
                <a:solidFill>
                  <a:schemeClr val="tx1"/>
                </a:solidFill>
                <a:effectLst/>
                <a:latin typeface="AU Passata" pitchFamily="34" charset="0"/>
                <a:ea typeface="+mn-ea"/>
                <a:cs typeface="Arial" charset="0"/>
              </a:rPr>
              <a:t>ikke</a:t>
            </a:r>
            <a:r>
              <a:rPr lang="en-US" sz="1600" kern="1200" dirty="0">
                <a:solidFill>
                  <a:schemeClr val="tx1"/>
                </a:solidFill>
                <a:effectLst/>
                <a:latin typeface="AU Passata" pitchFamily="34" charset="0"/>
                <a:ea typeface="+mn-ea"/>
                <a:cs typeface="Arial" charset="0"/>
              </a:rPr>
              <a:t> </a:t>
            </a:r>
            <a:r>
              <a:rPr lang="en-US" sz="1600" kern="1200" dirty="0" err="1">
                <a:solidFill>
                  <a:schemeClr val="tx1"/>
                </a:solidFill>
                <a:effectLst/>
                <a:latin typeface="AU Passata" pitchFamily="34" charset="0"/>
                <a:ea typeface="+mn-ea"/>
                <a:cs typeface="Arial" charset="0"/>
              </a:rPr>
              <a:t>blev</a:t>
            </a:r>
            <a:r>
              <a:rPr lang="en-US" sz="1600" kern="1200" dirty="0">
                <a:solidFill>
                  <a:schemeClr val="tx1"/>
                </a:solidFill>
                <a:effectLst/>
                <a:latin typeface="AU Passata" pitchFamily="34" charset="0"/>
                <a:ea typeface="+mn-ea"/>
                <a:cs typeface="Arial" charset="0"/>
              </a:rPr>
              <a:t> </a:t>
            </a:r>
            <a:r>
              <a:rPr lang="en-US" sz="1600" kern="1200" dirty="0" err="1">
                <a:solidFill>
                  <a:schemeClr val="tx1"/>
                </a:solidFill>
                <a:effectLst/>
                <a:latin typeface="AU Passata" pitchFamily="34" charset="0"/>
                <a:ea typeface="+mn-ea"/>
                <a:cs typeface="Arial" charset="0"/>
              </a:rPr>
              <a:t>nævnt</a:t>
            </a:r>
            <a:r>
              <a:rPr lang="en-US" sz="1600" kern="1200" dirty="0">
                <a:solidFill>
                  <a:schemeClr val="tx1"/>
                </a:solidFill>
                <a:effectLst/>
                <a:latin typeface="AU Passata" pitchFamily="34" charset="0"/>
                <a:ea typeface="+mn-ea"/>
                <a:cs typeface="Arial" charset="0"/>
              </a:rPr>
              <a:t> I </a:t>
            </a:r>
            <a:r>
              <a:rPr lang="en-US" sz="1600" kern="1200" dirty="0" err="1">
                <a:solidFill>
                  <a:schemeClr val="tx1"/>
                </a:solidFill>
                <a:effectLst/>
                <a:latin typeface="AU Passata" pitchFamily="34" charset="0"/>
                <a:ea typeface="+mn-ea"/>
                <a:cs typeface="Arial" charset="0"/>
              </a:rPr>
              <a:t>artikler</a:t>
            </a:r>
            <a:r>
              <a:rPr lang="en-US" sz="1600" kern="1200" dirty="0">
                <a:solidFill>
                  <a:schemeClr val="tx1"/>
                </a:solidFill>
                <a:effectLst/>
                <a:latin typeface="AU Passata" pitchFamily="34" charset="0"/>
                <a:ea typeface="+mn-ea"/>
                <a:cs typeface="Arial" charset="0"/>
              </a:rPr>
              <a:t>. </a:t>
            </a:r>
            <a:br>
              <a:rPr lang="en-US" sz="1600" kern="1200" dirty="0">
                <a:solidFill>
                  <a:schemeClr val="tx1"/>
                </a:solidFill>
                <a:effectLst/>
                <a:latin typeface="AU Passata" pitchFamily="34" charset="0"/>
                <a:ea typeface="+mn-ea"/>
                <a:cs typeface="Arial" charset="0"/>
              </a:rPr>
            </a:br>
            <a:br>
              <a:rPr lang="en-US" sz="1600" kern="1200" dirty="0">
                <a:solidFill>
                  <a:schemeClr val="tx1"/>
                </a:solidFill>
                <a:effectLst/>
                <a:latin typeface="AU Passata" pitchFamily="34" charset="0"/>
                <a:ea typeface="+mn-ea"/>
                <a:cs typeface="Arial" charset="0"/>
              </a:rPr>
            </a:br>
            <a:r>
              <a:rPr lang="en-US" sz="1600" kern="1200" dirty="0">
                <a:solidFill>
                  <a:schemeClr val="tx1"/>
                </a:solidFill>
                <a:effectLst/>
                <a:latin typeface="AU Passata" pitchFamily="34" charset="0"/>
                <a:ea typeface="+mn-ea"/>
                <a:cs typeface="Arial" charset="0"/>
              </a:rPr>
              <a:t>Weight stigmatization may cause people with obesity to avoid or delay seeking health care services (14), potentially leading to a delayed/late cancer diagnosis. Studies on communication about obesity show that stigma and a lack of communication tools negatively impact these discussions (15). While some strategies have been developed for communicating obesity, there is a lack of tools to address obesity as a cancer risk factor (25). Therefore, we aim to design new, non-stigmatizing communicative preventive strategies for obesity-related cancers in close collaboration with healthcare providers and people with obesity. </a:t>
            </a:r>
            <a:endParaRPr lang="da-DK" sz="1600" kern="1200" dirty="0">
              <a:solidFill>
                <a:schemeClr val="tx1"/>
              </a:solidFill>
              <a:effectLst/>
              <a:latin typeface="AU Passata" pitchFamily="34" charset="0"/>
              <a:ea typeface="+mn-ea"/>
              <a:cs typeface="Arial" charset="0"/>
            </a:endParaRPr>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4</a:t>
            </a:fld>
            <a:endParaRPr lang="en-GB" dirty="0"/>
          </a:p>
        </p:txBody>
      </p:sp>
    </p:spTree>
    <p:extLst>
      <p:ext uri="{BB962C8B-B14F-4D97-AF65-F5344CB8AC3E}">
        <p14:creationId xmlns:p14="http://schemas.microsoft.com/office/powerpoint/2010/main" val="3193210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5</a:t>
            </a:fld>
            <a:endParaRPr lang="en-GB" dirty="0"/>
          </a:p>
        </p:txBody>
      </p:sp>
    </p:spTree>
    <p:extLst>
      <p:ext uri="{BB962C8B-B14F-4D97-AF65-F5344CB8AC3E}">
        <p14:creationId xmlns:p14="http://schemas.microsoft.com/office/powerpoint/2010/main" val="542479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Nævn erfaringer. Udenlandsophold Australien 2027, Sydney. </a:t>
            </a:r>
          </a:p>
          <a:p>
            <a:r>
              <a:rPr lang="da-DK" dirty="0"/>
              <a:t>Nævn vil lave workshops-</a:t>
            </a:r>
            <a:r>
              <a:rPr lang="da-DK" dirty="0" err="1"/>
              <a:t>coffee</a:t>
            </a:r>
            <a:r>
              <a:rPr lang="da-DK" dirty="0"/>
              <a:t>-</a:t>
            </a:r>
            <a:r>
              <a:rPr lang="da-DK" dirty="0" err="1"/>
              <a:t>table</a:t>
            </a:r>
            <a:r>
              <a:rPr lang="da-DK" dirty="0"/>
              <a:t> talks med borgere og sundhedspersonale i WP3. </a:t>
            </a:r>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6</a:t>
            </a:fld>
            <a:endParaRPr lang="en-GB" dirty="0"/>
          </a:p>
        </p:txBody>
      </p:sp>
    </p:spTree>
    <p:extLst>
      <p:ext uri="{BB962C8B-B14F-4D97-AF65-F5344CB8AC3E}">
        <p14:creationId xmlns:p14="http://schemas.microsoft.com/office/powerpoint/2010/main" val="2086951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Nævn evt. R-kodningscafé for yngre kollegaer, en stor hjælp. </a:t>
            </a:r>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7</a:t>
            </a:fld>
            <a:endParaRPr lang="en-GB" dirty="0"/>
          </a:p>
        </p:txBody>
      </p:sp>
    </p:spTree>
    <p:extLst>
      <p:ext uri="{BB962C8B-B14F-4D97-AF65-F5344CB8AC3E}">
        <p14:creationId xmlns:p14="http://schemas.microsoft.com/office/powerpoint/2010/main" val="904054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dirty="0"/>
          </a:p>
        </p:txBody>
      </p:sp>
      <p:sp>
        <p:nvSpPr>
          <p:cNvPr id="4" name="Pladsholder til slidenummer 3"/>
          <p:cNvSpPr>
            <a:spLocks noGrp="1"/>
          </p:cNvSpPr>
          <p:nvPr>
            <p:ph type="sldNum" sz="quarter" idx="10"/>
          </p:nvPr>
        </p:nvSpPr>
        <p:spPr/>
        <p:txBody>
          <a:bodyPr/>
          <a:lstStyle/>
          <a:p>
            <a:pPr>
              <a:defRPr/>
            </a:pPr>
            <a:fld id="{72C160C3-3AB6-49C1-8001-AFDAD271EB5B}" type="slidenum">
              <a:rPr lang="en-GB"/>
              <a:pPr>
                <a:defRPr/>
              </a:pPr>
              <a:t>16</a:t>
            </a:fld>
            <a:endParaRPr lang="en-GB" dirty="0"/>
          </a:p>
        </p:txBody>
      </p:sp>
    </p:spTree>
    <p:extLst>
      <p:ext uri="{BB962C8B-B14F-4D97-AF65-F5344CB8AC3E}">
        <p14:creationId xmlns:p14="http://schemas.microsoft.com/office/powerpoint/2010/main" val="313124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bin"/><Relationship Id="rId1" Type="http://schemas.openxmlformats.org/officeDocument/2006/relationships/slideMaster" Target="../slideMasters/slideMaster1.xml"/><Relationship Id="rId5" Type="http://schemas.openxmlformats.org/officeDocument/2006/relationships/image" Target="../media/image7.emf"/><Relationship Id="rId4" Type="http://schemas.openxmlformats.org/officeDocument/2006/relationships/image" Target="../media/image6.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s">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10"/>
          </p:nvPr>
        </p:nvSpPr>
        <p:spPr>
          <a:xfrm>
            <a:off x="0" y="6858000"/>
            <a:ext cx="0" cy="0"/>
          </a:xfrm>
        </p:spPr>
        <p:txBody>
          <a:bodyPr/>
          <a:lstStyle/>
          <a:p>
            <a:fld id="{78417F83-4CBA-48F2-BAD0-783AE3701E32}" type="datetimeFigureOut">
              <a:rPr lang="en-GB" smtClean="0"/>
              <a:pPr/>
              <a:t>16/02/2026</a:t>
            </a:fld>
            <a:endParaRPr lang="en-GB" dirty="0"/>
          </a:p>
        </p:txBody>
      </p:sp>
      <p:sp>
        <p:nvSpPr>
          <p:cNvPr id="3" name="Footer Placeholder 2" hidden="1"/>
          <p:cNvSpPr>
            <a:spLocks noGrp="1" noRot="1" noMove="1" noResize="1" noEditPoints="1" noAdjustHandles="1" noChangeArrowheads="1" noChangeShapeType="1"/>
          </p:cNvSpPr>
          <p:nvPr>
            <p:ph type="ftr" sz="quarter" idx="11"/>
          </p:nvPr>
        </p:nvSpPr>
        <p:spPr>
          <a:xfrm>
            <a:off x="0" y="6858000"/>
            <a:ext cx="0" cy="0"/>
          </a:xfrm>
        </p:spPr>
        <p:txBody>
          <a:bodyPr/>
          <a:lstStyle/>
          <a:p>
            <a:endParaRPr lang="en-GB" dirty="0"/>
          </a:p>
        </p:txBody>
      </p:sp>
      <p:sp>
        <p:nvSpPr>
          <p:cNvPr id="15" name="TextBox 14"/>
          <p:cNvSpPr txBox="1"/>
          <p:nvPr userDrawn="1"/>
        </p:nvSpPr>
        <p:spPr>
          <a:xfrm>
            <a:off x="-1973598" y="3082506"/>
            <a:ext cx="1825892" cy="307777"/>
          </a:xfrm>
          <a:prstGeom prst="rect">
            <a:avLst/>
          </a:prstGeom>
          <a:noFill/>
        </p:spPr>
        <p:txBody>
          <a:bodyPr wrap="square" lIns="0" tIns="0" rIns="0" bIns="0" rtlCol="0">
            <a:spAutoFit/>
          </a:bodyPr>
          <a:lstStyle/>
          <a:p>
            <a:pPr algn="r">
              <a:lnSpc>
                <a:spcPct val="100000"/>
              </a:lnSpc>
            </a:pPr>
            <a:r>
              <a:rPr lang="en-GB" sz="1000" baseline="0" noProof="1">
                <a:solidFill>
                  <a:schemeClr val="tx1">
                    <a:lumMod val="75000"/>
                    <a:lumOff val="25000"/>
                  </a:schemeClr>
                </a:solidFill>
              </a:rPr>
              <a:t>Ændr 2. linje eller ord til</a:t>
            </a:r>
            <a:endParaRPr lang="en-GB"/>
          </a:p>
          <a:p>
            <a:pPr algn="r">
              <a:lnSpc>
                <a:spcPct val="100000"/>
              </a:lnSpc>
            </a:pPr>
            <a:r>
              <a:rPr lang="en-GB" sz="1000" noProof="1">
                <a:solidFill>
                  <a:schemeClr val="tx1">
                    <a:lumMod val="75000"/>
                    <a:lumOff val="25000"/>
                  </a:schemeClr>
                </a:solidFill>
              </a:rPr>
              <a:t>AU Passata Bold</a:t>
            </a:r>
            <a:endParaRPr lang="en-GB" sz="4799" dirty="0"/>
          </a:p>
        </p:txBody>
      </p:sp>
      <p:pic>
        <p:nvPicPr>
          <p:cNvPr id="54" name="Farvet baggrund"/>
          <p:cNvPicPr preferRelativeResize="0">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8000"/>
          </a:xfrm>
          <a:prstGeom prst="rect">
            <a:avLst/>
          </a:prstGeom>
          <a:solidFill>
            <a:schemeClr val="tx2"/>
          </a:solidFill>
        </p:spPr>
      </p:pic>
      <p:pic>
        <p:nvPicPr>
          <p:cNvPr id="16" name="Au logo"/>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2400" y="5997600"/>
            <a:ext cx="557569" cy="558000"/>
          </a:xfrm>
          <a:prstGeom prst="rect">
            <a:avLst/>
          </a:prstGeom>
        </p:spPr>
      </p:pic>
      <p:pic>
        <p:nvPicPr>
          <p:cNvPr id="18" name="Billede stre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073200" y="5997600"/>
            <a:ext cx="71734" cy="557999"/>
          </a:xfrm>
          <a:prstGeom prst="rect">
            <a:avLst/>
          </a:prstGeom>
        </p:spPr>
      </p:pic>
      <p:sp>
        <p:nvSpPr>
          <p:cNvPr id="34819" name="Title 1"/>
          <p:cNvSpPr>
            <a:spLocks noGrp="1" noChangeArrowheads="1"/>
          </p:cNvSpPr>
          <p:nvPr>
            <p:ph type="ctrTitle"/>
          </p:nvPr>
        </p:nvSpPr>
        <p:spPr>
          <a:xfrm>
            <a:off x="985838" y="2482343"/>
            <a:ext cx="10220325" cy="1661993"/>
          </a:xfrm>
        </p:spPr>
        <p:txBody>
          <a:bodyPr wrap="square" anchor="ctr" anchorCtr="0">
            <a:spAutoFit/>
          </a:bodyPr>
          <a:lstStyle>
            <a:lvl1pPr>
              <a:lnSpc>
                <a:spcPct val="90000"/>
              </a:lnSpc>
              <a:defRPr sz="6000" baseline="0">
                <a:solidFill>
                  <a:schemeClr val="bg1"/>
                </a:solidFill>
                <a:latin typeface="AU Passata Light" panose="020B0303030902030804" pitchFamily="34" charset="0"/>
              </a:defRPr>
            </a:lvl1pPr>
          </a:lstStyle>
          <a:p>
            <a:r>
              <a:rPr lang="en-GB" dirty="0"/>
              <a:t>Click to edit Master title style</a:t>
            </a:r>
            <a:endParaRPr lang="en-GB"/>
          </a:p>
        </p:txBody>
      </p:sp>
      <p:sp>
        <p:nvSpPr>
          <p:cNvPr id="33" name="OFF_logo2Computed"/>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endParaRPr lang="en-GB" sz="600" cap="all" spc="40" baseline="0" dirty="0">
              <a:solidFill>
                <a:schemeClr val="bg1"/>
              </a:solidFill>
              <a:latin typeface="AU Passata Light" pitchFamily="34" charset="0"/>
            </a:endParaRPr>
          </a:p>
        </p:txBody>
      </p:sp>
      <p:sp>
        <p:nvSpPr>
          <p:cNvPr id="5" name="Date_DateCustomA" descr="{&quot;templafy&quot;:{&quot;id&quot;:&quot;8d887c6e-6bc3-4e99-8154-90fc15988a27&quot;}}">
            <a:extLst>
              <a:ext uri="{FF2B5EF4-FFF2-40B4-BE49-F238E27FC236}">
                <a16:creationId xmlns:a16="http://schemas.microsoft.com/office/drawing/2014/main" id="{7F20FB0B-AB99-D1DA-4E1C-7C844AE40693}"/>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bg1"/>
                </a:solidFill>
                <a:latin typeface="+mn-lt"/>
              </a:rPr>
              <a:t>16. February 2026</a:t>
            </a:r>
          </a:p>
        </p:txBody>
      </p:sp>
      <p:sp>
        <p:nvSpPr>
          <p:cNvPr id="6" name="FLD_Event" descr="{&quot;templafy&quot;:{&quot;id&quot;:&quot;2f76972f-285a-4a82-87ad-184c1463e057&quot;}}">
            <a:extLst>
              <a:ext uri="{FF2B5EF4-FFF2-40B4-BE49-F238E27FC236}">
                <a16:creationId xmlns:a16="http://schemas.microsoft.com/office/drawing/2014/main" id="{94FCB787-CF58-D24B-3F9C-4CF65869F2F1}"/>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bg1"/>
                </a:solidFill>
                <a:latin typeface="+mn-lt"/>
              </a:rPr>
              <a:t>TVÆRS-gruppemøde</a:t>
            </a:r>
          </a:p>
        </p:txBody>
      </p:sp>
      <p:sp>
        <p:nvSpPr>
          <p:cNvPr id="36" name="USR_Title" descr="{&quot;templafy&quot;:{&quot;id&quot;:&quot;9b84573d-adf7-4447-9616-2701028ee5f9&quot;}}"/>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r>
              <a:rPr lang="en-GB" sz="700" b="0" cap="all" baseline="0" dirty="0">
                <a:solidFill>
                  <a:schemeClr val="bg1"/>
                </a:solidFill>
                <a:latin typeface="+mn-lt"/>
              </a:rPr>
              <a:t>MD, PhD Student</a:t>
            </a:r>
          </a:p>
        </p:txBody>
      </p:sp>
      <p:sp>
        <p:nvSpPr>
          <p:cNvPr id="37" name="USR_Name" descr="{&quot;templafy&quot;:{&quot;id&quot;:&quot;df8079f8-e098-46fe-ac11-aa090a53911d&quot;}}"/>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r>
              <a:rPr lang="en-GB" sz="700" b="0" cap="all" baseline="0" dirty="0">
                <a:solidFill>
                  <a:schemeClr val="bg1"/>
                </a:solidFill>
                <a:latin typeface="+mn-lt"/>
              </a:rPr>
              <a:t>Cecilie Sonne Lindberg</a:t>
            </a:r>
          </a:p>
        </p:txBody>
      </p:sp>
      <p:pic>
        <p:nvPicPr>
          <p:cNvPr id="796017599" name="SecondaryLogo" descr="{&quot;templafy&quot;:{&quot;id&quot;:&quot;28ad17c2-b139-4ecc-9ce9-761ba2037013&quot;}}"/>
          <p:cNvPicPr>
            <a:picLocks noChangeAspect="1"/>
          </p:cNvPicPr>
          <p:nvPr/>
        </p:nvPicPr>
        <p:blipFill>
          <a:blip r:embed="rId5"/>
          <a:stretch>
            <a:fillRect/>
          </a:stretch>
        </p:blipFill>
        <p:spPr>
          <a:xfrm>
            <a:off x="10206113" y="5999002"/>
            <a:ext cx="1659600" cy="558000"/>
          </a:xfrm>
          <a:prstGeom prst="rect">
            <a:avLst/>
          </a:prstGeom>
        </p:spPr>
      </p:pic>
      <p:sp>
        <p:nvSpPr>
          <p:cNvPr id="8" name="OFF_logo2Computed" descr="{&quot;templafy&quot;:{&quot;id&quot;:&quot;a8e9b4ed-d944-443d-8767-2db00c7a07a9&quot;}}">
            <a:extLst>
              <a:ext uri="{FF2B5EF4-FFF2-40B4-BE49-F238E27FC236}">
                <a16:creationId xmlns:a16="http://schemas.microsoft.com/office/drawing/2014/main" id="{289B577B-AF3B-2A62-0411-5FD9FF3C4208}"/>
              </a:ext>
            </a:extLst>
          </p:cNvPr>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bg1"/>
                </a:solidFill>
                <a:latin typeface="AU Passata Light" pitchFamily="34" charset="0"/>
              </a:rPr>
              <a:t>Aarhus University</a:t>
            </a:r>
          </a:p>
        </p:txBody>
      </p:sp>
      <p:sp>
        <p:nvSpPr>
          <p:cNvPr id="9" name="OFF_logo1Computed" descr="{&quot;templafy&quot;:{&quot;id&quot;:&quot;f3b41c5d-9549-4675-b0f7-71f9615a46fc&quot;}}">
            <a:extLst>
              <a:ext uri="{FF2B5EF4-FFF2-40B4-BE49-F238E27FC236}">
                <a16:creationId xmlns:a16="http://schemas.microsoft.com/office/drawing/2014/main" id="{066A6607-F6B4-2025-DA5F-AC4D1914151A}"/>
              </a:ext>
            </a:extLst>
          </p:cNvPr>
          <p:cNvSpPr/>
          <p:nvPr userDrawn="1"/>
        </p:nvSpPr>
        <p:spPr bwMode="auto">
          <a:xfrm>
            <a:off x="971999" y="5997600"/>
            <a:ext cx="448841"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bg1"/>
                </a:solidFill>
                <a:effectLst/>
                <a:latin typeface="AU Passata" pitchFamily="34" charset="0"/>
              </a:rPr>
              <a:t>Health</a:t>
            </a:r>
          </a:p>
        </p:txBody>
      </p:sp>
      <p:sp>
        <p:nvSpPr>
          <p:cNvPr id="4" name="Slide Number Placeholder 3"/>
          <p:cNvSpPr>
            <a:spLocks noGrp="1"/>
          </p:cNvSpPr>
          <p:nvPr>
            <p:ph type="sldNum" sz="quarter" idx="12"/>
          </p:nvPr>
        </p:nvSpPr>
        <p:spPr>
          <a:xfrm>
            <a:off x="11807992" y="6581497"/>
            <a:ext cx="252000" cy="135422"/>
          </a:xfrm>
        </p:spPr>
        <p:txBody>
          <a:bodyPr/>
          <a:lstStyle>
            <a:lvl1pPr>
              <a:defRPr>
                <a:solidFill>
                  <a:schemeClr val="bg1"/>
                </a:solidFill>
              </a:defRPr>
            </a:lvl1pPr>
          </a:lstStyle>
          <a:p>
            <a:pPr>
              <a:defRPr/>
            </a:pPr>
            <a:fld id="{E90C1E0A-682D-40DC-B1EA-26C007FDC330}" type="slidenum">
              <a:rPr lang="en-GB" smtClean="0"/>
              <a:pPr>
                <a:defRPr/>
              </a:pPr>
              <a:t>‹nr.›</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text">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12"/>
          </p:nvPr>
        </p:nvSpPr>
        <p:spPr>
          <a:xfrm>
            <a:off x="0" y="6858000"/>
            <a:ext cx="0" cy="0"/>
          </a:xfrm>
        </p:spPr>
        <p:txBody>
          <a:bodyPr/>
          <a:lstStyle/>
          <a:p>
            <a:fld id="{78417F83-4CBA-48F2-BAD0-783AE3701E32}" type="datetimeFigureOut">
              <a:rPr lang="en-GB" smtClean="0"/>
              <a:pPr/>
              <a:t>16/02/2026</a:t>
            </a:fld>
            <a:endParaRPr lang="en-GB" dirty="0"/>
          </a:p>
        </p:txBody>
      </p:sp>
      <p:sp>
        <p:nvSpPr>
          <p:cNvPr id="3" name="Footer Placeholder 2" hidden="1"/>
          <p:cNvSpPr>
            <a:spLocks noGrp="1" noRot="1" noMove="1" noResize="1" noEditPoints="1" noAdjustHandles="1" noChangeArrowheads="1" noChangeShapeType="1"/>
          </p:cNvSpPr>
          <p:nvPr>
            <p:ph type="ftr" sz="quarter" idx="13"/>
          </p:nvPr>
        </p:nvSpPr>
        <p:spPr>
          <a:xfrm>
            <a:off x="0" y="6858000"/>
            <a:ext cx="0" cy="0"/>
          </a:xfrm>
        </p:spPr>
        <p:txBody>
          <a:bodyPr/>
          <a:lstStyle/>
          <a:p>
            <a:endParaRPr lang="en-GB" dirty="0"/>
          </a:p>
        </p:txBody>
      </p:sp>
      <p:sp>
        <p:nvSpPr>
          <p:cNvPr id="22" name="TextBox 21"/>
          <p:cNvSpPr txBox="1"/>
          <p:nvPr userDrawn="1"/>
        </p:nvSpPr>
        <p:spPr>
          <a:xfrm>
            <a:off x="-2160355" y="2132856"/>
            <a:ext cx="2012649" cy="738664"/>
          </a:xfrm>
          <a:prstGeom prst="rect">
            <a:avLst/>
          </a:prstGeom>
          <a:noFill/>
        </p:spPr>
        <p:txBody>
          <a:bodyPr wrap="square" lIns="0" tIns="0" rIns="0" bIns="0" rtlCol="0">
            <a:noAutofit/>
          </a:bodyPr>
          <a:lstStyle/>
          <a:p>
            <a:pPr algn="r">
              <a:lnSpc>
                <a:spcPct val="100000"/>
              </a:lnSpc>
            </a:pPr>
            <a:r>
              <a:rPr lang="en-GB" sz="1000" noProof="1">
                <a:solidFill>
                  <a:schemeClr val="tx1">
                    <a:lumMod val="75000"/>
                    <a:lumOff val="25000"/>
                  </a:schemeClr>
                </a:solidFill>
              </a:rPr>
              <a:t>Ændr 2. linje i overskriften </a:t>
            </a:r>
            <a:br>
              <a:rPr lang="en-GB" sz="1000" noProof="1">
                <a:solidFill>
                  <a:schemeClr val="tx1">
                    <a:lumMod val="75000"/>
                    <a:lumOff val="25000"/>
                  </a:schemeClr>
                </a:solidFill>
              </a:rPr>
            </a:br>
            <a:r>
              <a:rPr lang="en-GB" sz="1000" noProof="1">
                <a:solidFill>
                  <a:schemeClr val="tx1">
                    <a:lumMod val="75000"/>
                    <a:lumOff val="25000"/>
                  </a:schemeClr>
                </a:solidFill>
              </a:rPr>
              <a:t>til AU Passata bold</a:t>
            </a:r>
            <a:endParaRPr lang="en-GB" sz="4799" dirty="0"/>
          </a:p>
        </p:txBody>
      </p:sp>
      <p:sp>
        <p:nvSpPr>
          <p:cNvPr id="21"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sp>
        <p:nvSpPr>
          <p:cNvPr id="19" name="White Top Rectangle"/>
          <p:cNvSpPr>
            <a:spLocks noChangeArrowheads="1"/>
          </p:cNvSpPr>
          <p:nvPr userDrawn="1"/>
        </p:nvSpPr>
        <p:spPr bwMode="auto">
          <a:xfrm>
            <a:off x="985838" y="3443622"/>
            <a:ext cx="648000" cy="46800"/>
          </a:xfrm>
          <a:prstGeom prst="rect">
            <a:avLst/>
          </a:prstGeom>
          <a:solidFill>
            <a:schemeClr val="bg1"/>
          </a:solidFill>
          <a:ln w="9525">
            <a:noFill/>
            <a:miter lim="800000"/>
            <a:headEnd/>
            <a:tailEnd/>
          </a:ln>
          <a:effectLst/>
        </p:spPr>
        <p:txBody>
          <a:bodyPr wrap="none" anchor="ctr"/>
          <a:lstStyle/>
          <a:p>
            <a:pPr>
              <a:defRPr/>
            </a:pPr>
            <a:endParaRPr lang="en-GB" sz="4799" dirty="0"/>
          </a:p>
        </p:txBody>
      </p:sp>
      <p:pic>
        <p:nvPicPr>
          <p:cNvPr id="17" name="Au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400" y="5997600"/>
            <a:ext cx="557569" cy="558000"/>
          </a:xfrm>
          <a:prstGeom prst="rect">
            <a:avLst/>
          </a:prstGeom>
        </p:spPr>
      </p:pic>
      <p:pic>
        <p:nvPicPr>
          <p:cNvPr id="23" name="Billede stre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73200" y="5997600"/>
            <a:ext cx="71734" cy="557999"/>
          </a:xfrm>
          <a:prstGeom prst="rect">
            <a:avLst/>
          </a:prstGeom>
        </p:spPr>
      </p:pic>
      <p:sp>
        <p:nvSpPr>
          <p:cNvPr id="34819" name="Title 1"/>
          <p:cNvSpPr>
            <a:spLocks noGrp="1" noChangeArrowheads="1"/>
          </p:cNvSpPr>
          <p:nvPr>
            <p:ph type="ctrTitle"/>
          </p:nvPr>
        </p:nvSpPr>
        <p:spPr>
          <a:xfrm>
            <a:off x="981844" y="1520315"/>
            <a:ext cx="9543307" cy="1779553"/>
          </a:xfrm>
        </p:spPr>
        <p:txBody>
          <a:bodyPr wrap="square" anchor="b" anchorCtr="0">
            <a:noAutofit/>
          </a:bodyPr>
          <a:lstStyle>
            <a:lvl1pPr>
              <a:lnSpc>
                <a:spcPct val="90000"/>
              </a:lnSpc>
              <a:defRPr sz="6000" baseline="0">
                <a:solidFill>
                  <a:schemeClr val="bg1"/>
                </a:solidFill>
                <a:latin typeface="AU Passata Light" panose="020B0303030902030804" pitchFamily="34" charset="0"/>
              </a:defRPr>
            </a:lvl1pPr>
          </a:lstStyle>
          <a:p>
            <a:r>
              <a:rPr lang="en-GB" dirty="0"/>
              <a:t>Click to edit Master title style</a:t>
            </a:r>
            <a:endParaRPr lang="en-GB"/>
          </a:p>
        </p:txBody>
      </p:sp>
      <p:sp>
        <p:nvSpPr>
          <p:cNvPr id="4" name="Text Placeholder 3"/>
          <p:cNvSpPr>
            <a:spLocks noGrp="1"/>
          </p:cNvSpPr>
          <p:nvPr>
            <p:ph type="body" sz="quarter" idx="11"/>
          </p:nvPr>
        </p:nvSpPr>
        <p:spPr>
          <a:xfrm>
            <a:off x="985838" y="3715431"/>
            <a:ext cx="7161212" cy="1746085"/>
          </a:xfrm>
        </p:spPr>
        <p:txBody>
          <a:bodyPr/>
          <a:lstStyle>
            <a:lvl1pPr marL="0" indent="0">
              <a:lnSpc>
                <a:spcPct val="101000"/>
              </a:lnSpc>
              <a:buFontTx/>
              <a:buNone/>
              <a:defRPr sz="27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endParaRPr lang="en-GB"/>
          </a:p>
        </p:txBody>
      </p:sp>
      <p:sp>
        <p:nvSpPr>
          <p:cNvPr id="8" name="Date_DateCustomA" descr="{&quot;templafy&quot;:{&quot;id&quot;:&quot;43259fc4-d8b9-4ea0-88a9-5bc2abec02e1&quot;}}">
            <a:extLst>
              <a:ext uri="{FF2B5EF4-FFF2-40B4-BE49-F238E27FC236}">
                <a16:creationId xmlns:a16="http://schemas.microsoft.com/office/drawing/2014/main" id="{249423E2-54F8-7094-38E5-785211867F3D}"/>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bg1"/>
                </a:solidFill>
                <a:latin typeface="+mn-lt"/>
              </a:rPr>
              <a:t>16. February 2026</a:t>
            </a:r>
          </a:p>
        </p:txBody>
      </p:sp>
      <p:sp>
        <p:nvSpPr>
          <p:cNvPr id="7" name="FLD_Event" descr="{&quot;templafy&quot;:{&quot;id&quot;:&quot;d757c218-9638-42a8-8ca1-28dcf41791de&quot;}}">
            <a:extLst>
              <a:ext uri="{FF2B5EF4-FFF2-40B4-BE49-F238E27FC236}">
                <a16:creationId xmlns:a16="http://schemas.microsoft.com/office/drawing/2014/main" id="{163F40E2-4217-07B0-ECD8-2A4A14C886B5}"/>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bg1"/>
                </a:solidFill>
                <a:latin typeface="+mn-lt"/>
              </a:rPr>
              <a:t>TVÆRS-gruppemøde</a:t>
            </a:r>
          </a:p>
        </p:txBody>
      </p:sp>
      <p:sp>
        <p:nvSpPr>
          <p:cNvPr id="41" name="USR_Title"/>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endParaRPr lang="en-GB" sz="700" b="0" cap="all" baseline="0" dirty="0">
              <a:solidFill>
                <a:schemeClr val="bg1"/>
              </a:solidFill>
              <a:latin typeface="+mn-lt"/>
            </a:endParaRPr>
          </a:p>
        </p:txBody>
      </p:sp>
      <p:sp>
        <p:nvSpPr>
          <p:cNvPr id="42" name="USR_Name" descr="{&quot;templafy&quot;:{&quot;id&quot;:&quot;6c2f3571-c1ef-4f10-850c-55761595c252&quot;}}"/>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r>
              <a:rPr lang="en-GB" sz="700" b="0" cap="all" baseline="0" dirty="0">
                <a:solidFill>
                  <a:schemeClr val="bg1"/>
                </a:solidFill>
                <a:latin typeface="+mn-lt"/>
              </a:rPr>
              <a:t>Cecilie Sonne Lindberg</a:t>
            </a:r>
          </a:p>
        </p:txBody>
      </p:sp>
      <p:pic>
        <p:nvPicPr>
          <p:cNvPr id="2094196487" name="SecondaryLogo" descr="{&quot;templafy&quot;:{&quot;id&quot;:&quot;d3cac2fc-0b5c-4229-91bd-002c2f64987f&quot;}}"/>
          <p:cNvPicPr>
            <a:picLocks noChangeAspect="1"/>
          </p:cNvPicPr>
          <p:nvPr/>
        </p:nvPicPr>
        <p:blipFill>
          <a:blip r:embed="rId4"/>
          <a:stretch>
            <a:fillRect/>
          </a:stretch>
        </p:blipFill>
        <p:spPr>
          <a:xfrm>
            <a:off x="10206113" y="5999002"/>
            <a:ext cx="1659600" cy="558000"/>
          </a:xfrm>
          <a:prstGeom prst="rect">
            <a:avLst/>
          </a:prstGeom>
        </p:spPr>
      </p:pic>
      <p:sp>
        <p:nvSpPr>
          <p:cNvPr id="9" name="OFF_logo2Computed" descr="{&quot;templafy&quot;:{&quot;id&quot;:&quot;08726641-3953-4f09-a536-282ff4805cc3&quot;}}">
            <a:extLst>
              <a:ext uri="{FF2B5EF4-FFF2-40B4-BE49-F238E27FC236}">
                <a16:creationId xmlns:a16="http://schemas.microsoft.com/office/drawing/2014/main" id="{4550AE95-0D19-942D-D04F-B30197C47EBA}"/>
              </a:ext>
            </a:extLst>
          </p:cNvPr>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bg1"/>
                </a:solidFill>
                <a:latin typeface="AU Passata Light" pitchFamily="34" charset="0"/>
              </a:rPr>
              <a:t>Aarhus University</a:t>
            </a:r>
          </a:p>
        </p:txBody>
      </p:sp>
      <p:sp>
        <p:nvSpPr>
          <p:cNvPr id="10" name="OFF_logo1Computed" descr="{&quot;templafy&quot;:{&quot;id&quot;:&quot;c6890b1a-fcb8-44d7-8758-76e510af56f6&quot;}}">
            <a:extLst>
              <a:ext uri="{FF2B5EF4-FFF2-40B4-BE49-F238E27FC236}">
                <a16:creationId xmlns:a16="http://schemas.microsoft.com/office/drawing/2014/main" id="{7E45388B-77A2-F799-5C73-3DBEF86FEF0E}"/>
              </a:ext>
            </a:extLst>
          </p:cNvPr>
          <p:cNvSpPr/>
          <p:nvPr userDrawn="1"/>
        </p:nvSpPr>
        <p:spPr bwMode="auto">
          <a:xfrm>
            <a:off x="971999" y="5997600"/>
            <a:ext cx="448841"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bg1"/>
                </a:solidFill>
                <a:effectLst/>
                <a:latin typeface="AU Passata" pitchFamily="34" charset="0"/>
              </a:rPr>
              <a:t>Health</a:t>
            </a:r>
          </a:p>
        </p:txBody>
      </p:sp>
      <p:sp>
        <p:nvSpPr>
          <p:cNvPr id="5" name="Slide Number Placeholder 4"/>
          <p:cNvSpPr>
            <a:spLocks noGrp="1"/>
          </p:cNvSpPr>
          <p:nvPr>
            <p:ph type="sldNum" sz="quarter" idx="14"/>
          </p:nvPr>
        </p:nvSpPr>
        <p:spPr>
          <a:xfrm>
            <a:off x="11807992" y="6581497"/>
            <a:ext cx="252000" cy="135422"/>
          </a:xfrm>
        </p:spPr>
        <p:txBody>
          <a:bodyPr/>
          <a:lstStyle>
            <a:lvl1pPr>
              <a:defRPr>
                <a:solidFill>
                  <a:schemeClr val="bg1"/>
                </a:solid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1127008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no picture">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10"/>
          </p:nvPr>
        </p:nvSpPr>
        <p:spPr>
          <a:xfrm>
            <a:off x="0" y="6858000"/>
            <a:ext cx="0" cy="0"/>
          </a:xfrm>
        </p:spPr>
        <p:txBody>
          <a:bodyPr/>
          <a:lstStyle/>
          <a:p>
            <a:fld id="{78417F83-4CBA-48F2-BAD0-783AE3701E32}" type="datetimeFigureOut">
              <a:rPr lang="en-GB" smtClean="0"/>
              <a:pPr/>
              <a:t>16/02/2026</a:t>
            </a:fld>
            <a:endParaRPr lang="en-GB" dirty="0"/>
          </a:p>
        </p:txBody>
      </p:sp>
      <p:sp>
        <p:nvSpPr>
          <p:cNvPr id="3" name="Footer Placeholder 2" hidden="1"/>
          <p:cNvSpPr>
            <a:spLocks noGrp="1" noRot="1" noMove="1" noResize="1" noEditPoints="1" noAdjustHandles="1" noChangeArrowheads="1" noChangeShapeType="1"/>
          </p:cNvSpPr>
          <p:nvPr>
            <p:ph type="ftr" sz="quarter" idx="11"/>
          </p:nvPr>
        </p:nvSpPr>
        <p:spPr>
          <a:xfrm>
            <a:off x="0" y="6858000"/>
            <a:ext cx="0" cy="0"/>
          </a:xfrm>
        </p:spPr>
        <p:txBody>
          <a:bodyPr/>
          <a:lstStyle/>
          <a:p>
            <a:endParaRPr lang="en-GB" dirty="0"/>
          </a:p>
        </p:txBody>
      </p:sp>
      <p:sp>
        <p:nvSpPr>
          <p:cNvPr id="14" name="TextBox 13"/>
          <p:cNvSpPr txBox="1"/>
          <p:nvPr userDrawn="1"/>
        </p:nvSpPr>
        <p:spPr>
          <a:xfrm>
            <a:off x="-1973598" y="3082506"/>
            <a:ext cx="1825892" cy="307777"/>
          </a:xfrm>
          <a:prstGeom prst="rect">
            <a:avLst/>
          </a:prstGeom>
          <a:noFill/>
        </p:spPr>
        <p:txBody>
          <a:bodyPr wrap="square" lIns="0" tIns="0" rIns="0" bIns="0" rtlCol="0">
            <a:spAutoFit/>
          </a:bodyPr>
          <a:lstStyle/>
          <a:p>
            <a:pPr algn="r">
              <a:lnSpc>
                <a:spcPct val="100000"/>
              </a:lnSpc>
            </a:pPr>
            <a:r>
              <a:rPr lang="en-GB" sz="1000" baseline="0" noProof="1">
                <a:solidFill>
                  <a:schemeClr val="tx1">
                    <a:lumMod val="75000"/>
                    <a:lumOff val="25000"/>
                  </a:schemeClr>
                </a:solidFill>
              </a:rPr>
              <a:t>Ændr 2. linje eller ord til</a:t>
            </a:r>
            <a:endParaRPr lang="en-GB"/>
          </a:p>
          <a:p>
            <a:pPr algn="r">
              <a:lnSpc>
                <a:spcPct val="100000"/>
              </a:lnSpc>
            </a:pPr>
            <a:r>
              <a:rPr lang="en-GB" sz="1000" noProof="1">
                <a:solidFill>
                  <a:schemeClr val="tx1">
                    <a:lumMod val="75000"/>
                    <a:lumOff val="25000"/>
                  </a:schemeClr>
                </a:solidFill>
              </a:rPr>
              <a:t>AU Passata Bold</a:t>
            </a:r>
            <a:endParaRPr lang="en-GB" sz="4799" dirty="0"/>
          </a:p>
        </p:txBody>
      </p:sp>
      <p:sp>
        <p:nvSpPr>
          <p:cNvPr id="22"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pic>
        <p:nvPicPr>
          <p:cNvPr id="17" name="Au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400" y="5997600"/>
            <a:ext cx="557569" cy="558000"/>
          </a:xfrm>
          <a:prstGeom prst="rect">
            <a:avLst/>
          </a:prstGeom>
        </p:spPr>
      </p:pic>
      <p:pic>
        <p:nvPicPr>
          <p:cNvPr id="23" name="Billede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73200" y="5997600"/>
            <a:ext cx="71734" cy="557999"/>
          </a:xfrm>
          <a:prstGeom prst="rect">
            <a:avLst/>
          </a:prstGeom>
        </p:spPr>
      </p:pic>
      <p:sp>
        <p:nvSpPr>
          <p:cNvPr id="34819" name="Title 1"/>
          <p:cNvSpPr>
            <a:spLocks noGrp="1" noChangeArrowheads="1"/>
          </p:cNvSpPr>
          <p:nvPr>
            <p:ph type="ctrTitle"/>
          </p:nvPr>
        </p:nvSpPr>
        <p:spPr>
          <a:xfrm>
            <a:off x="985838" y="2482343"/>
            <a:ext cx="10220325" cy="1661993"/>
          </a:xfrm>
        </p:spPr>
        <p:txBody>
          <a:bodyPr wrap="square" anchor="ctr" anchorCtr="0">
            <a:spAutoFit/>
          </a:bodyPr>
          <a:lstStyle>
            <a:lvl1pPr>
              <a:lnSpc>
                <a:spcPct val="90000"/>
              </a:lnSpc>
              <a:defRPr sz="6000" baseline="0">
                <a:solidFill>
                  <a:schemeClr val="bg1"/>
                </a:solidFill>
                <a:latin typeface="AU Passata Light" panose="020B0303030902030804" pitchFamily="34" charset="0"/>
              </a:defRPr>
            </a:lvl1pPr>
          </a:lstStyle>
          <a:p>
            <a:r>
              <a:rPr lang="en-GB" dirty="0"/>
              <a:t>Click to edit Master title style</a:t>
            </a:r>
            <a:endParaRPr lang="en-GB"/>
          </a:p>
        </p:txBody>
      </p:sp>
      <p:sp>
        <p:nvSpPr>
          <p:cNvPr id="7" name="Date_DateCustomA" descr="{&quot;templafy&quot;:{&quot;id&quot;:&quot;131581a5-a062-4259-916d-12ce5c61ab60&quot;}}">
            <a:extLst>
              <a:ext uri="{FF2B5EF4-FFF2-40B4-BE49-F238E27FC236}">
                <a16:creationId xmlns:a16="http://schemas.microsoft.com/office/drawing/2014/main" id="{79F28AD6-C756-3FA9-8D35-B9ED537E5DDE}"/>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bg1"/>
                </a:solidFill>
                <a:latin typeface="+mn-lt"/>
              </a:rPr>
              <a:t>16. February 2026</a:t>
            </a:r>
          </a:p>
        </p:txBody>
      </p:sp>
      <p:sp>
        <p:nvSpPr>
          <p:cNvPr id="6" name="FLD_Event" descr="{&quot;templafy&quot;:{&quot;id&quot;:&quot;1cdcf484-53e6-4044-8a50-5cbb86f145dd&quot;}}">
            <a:extLst>
              <a:ext uri="{FF2B5EF4-FFF2-40B4-BE49-F238E27FC236}">
                <a16:creationId xmlns:a16="http://schemas.microsoft.com/office/drawing/2014/main" id="{57887568-1188-7AD6-FE68-DD94BB3E0742}"/>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bg1"/>
                </a:solidFill>
                <a:latin typeface="+mn-lt"/>
              </a:rPr>
              <a:t>TVÆRS-gruppemøde</a:t>
            </a:r>
          </a:p>
        </p:txBody>
      </p:sp>
      <p:sp>
        <p:nvSpPr>
          <p:cNvPr id="28" name="USR_Title"/>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endParaRPr lang="en-GB" sz="700" b="0" cap="all" baseline="0" dirty="0">
              <a:solidFill>
                <a:schemeClr val="bg1"/>
              </a:solidFill>
              <a:latin typeface="+mn-lt"/>
            </a:endParaRPr>
          </a:p>
        </p:txBody>
      </p:sp>
      <p:sp>
        <p:nvSpPr>
          <p:cNvPr id="29" name="USR_Name"/>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endParaRPr lang="en-GB" sz="700" b="0" cap="all" baseline="0" dirty="0">
              <a:solidFill>
                <a:schemeClr val="bg1"/>
              </a:solidFill>
              <a:latin typeface="+mn-lt"/>
            </a:endParaRPr>
          </a:p>
        </p:txBody>
      </p:sp>
      <p:pic>
        <p:nvPicPr>
          <p:cNvPr id="769273836" name="SecondaryLogo" descr="{&quot;templafy&quot;:{&quot;id&quot;:&quot;c5e74ff0-c66a-4bd3-b395-16e989bb8291&quot;}}"/>
          <p:cNvPicPr>
            <a:picLocks noChangeAspect="1"/>
          </p:cNvPicPr>
          <p:nvPr/>
        </p:nvPicPr>
        <p:blipFill>
          <a:blip r:embed="rId4"/>
          <a:stretch>
            <a:fillRect/>
          </a:stretch>
        </p:blipFill>
        <p:spPr>
          <a:xfrm>
            <a:off x="10206113" y="5999002"/>
            <a:ext cx="1659600" cy="558000"/>
          </a:xfrm>
          <a:prstGeom prst="rect">
            <a:avLst/>
          </a:prstGeom>
        </p:spPr>
      </p:pic>
      <p:sp>
        <p:nvSpPr>
          <p:cNvPr id="11" name="OFF_logo2Computed" descr="{&quot;templafy&quot;:{&quot;id&quot;:&quot;ced9c1e1-2568-4787-bd91-a12312f39d25&quot;}}">
            <a:extLst>
              <a:ext uri="{FF2B5EF4-FFF2-40B4-BE49-F238E27FC236}">
                <a16:creationId xmlns:a16="http://schemas.microsoft.com/office/drawing/2014/main" id="{A3243EC3-3157-0FCB-B9C5-4D04D60102D7}"/>
              </a:ext>
            </a:extLst>
          </p:cNvPr>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bg1"/>
                </a:solidFill>
                <a:latin typeface="AU Passata Light" pitchFamily="34" charset="0"/>
              </a:rPr>
              <a:t>Aarhus University</a:t>
            </a:r>
          </a:p>
        </p:txBody>
      </p:sp>
      <p:sp>
        <p:nvSpPr>
          <p:cNvPr id="12" name="OFF_logo1Computed" descr="{&quot;templafy&quot;:{&quot;id&quot;:&quot;23dd5469-6a3b-4cc0-acb7-989e2130e8f9&quot;}}">
            <a:extLst>
              <a:ext uri="{FF2B5EF4-FFF2-40B4-BE49-F238E27FC236}">
                <a16:creationId xmlns:a16="http://schemas.microsoft.com/office/drawing/2014/main" id="{295F1ED3-E7A6-8E03-3171-374E099942CC}"/>
              </a:ext>
            </a:extLst>
          </p:cNvPr>
          <p:cNvSpPr/>
          <p:nvPr userDrawn="1"/>
        </p:nvSpPr>
        <p:spPr bwMode="auto">
          <a:xfrm>
            <a:off x="971999" y="5997600"/>
            <a:ext cx="448841"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bg1"/>
                </a:solidFill>
                <a:effectLst/>
                <a:latin typeface="AU Passata" pitchFamily="34" charset="0"/>
              </a:rPr>
              <a:t>Health</a:t>
            </a:r>
          </a:p>
        </p:txBody>
      </p:sp>
      <p:sp>
        <p:nvSpPr>
          <p:cNvPr id="4" name="Slide Number Placeholder 3"/>
          <p:cNvSpPr>
            <a:spLocks noGrp="1"/>
          </p:cNvSpPr>
          <p:nvPr>
            <p:ph type="sldNum" sz="quarter" idx="12"/>
          </p:nvPr>
        </p:nvSpPr>
        <p:spPr>
          <a:xfrm>
            <a:off x="11807992" y="6581497"/>
            <a:ext cx="252000" cy="135422"/>
          </a:xfrm>
        </p:spPr>
        <p:txBody>
          <a:bodyPr/>
          <a:lstStyle>
            <a:lvl1pPr>
              <a:defRPr>
                <a:solidFill>
                  <a:schemeClr val="bg1"/>
                </a:solid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200739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og indholdsobjekt">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GB" dirty="0"/>
              <a:t>Click to edit Master title style</a:t>
            </a:r>
            <a:endParaRPr lang="en-GB"/>
          </a:p>
        </p:txBody>
      </p:sp>
      <p:sp>
        <p:nvSpPr>
          <p:cNvPr id="3" name="Content Placeholder 2"/>
          <p:cNvSpPr>
            <a:spLocks noGrp="1"/>
          </p:cNvSpPr>
          <p:nvPr>
            <p:ph idx="1"/>
          </p:nvPr>
        </p:nvSpPr>
        <p:spPr>
          <a:xfrm>
            <a:off x="985838" y="1960079"/>
            <a:ext cx="10220325" cy="3937484"/>
          </a:xfrm>
        </p:spPr>
        <p:txBody>
          <a:bodyPr/>
          <a:lstStyle>
            <a:lvl1pPr marL="0" indent="0">
              <a:buFont typeface="Calibri" panose="020F0502020204030204" pitchFamily="34" charset="0"/>
              <a:buChar char="​"/>
              <a:defRPr/>
            </a:lvl1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5" name="TextBox 4"/>
          <p:cNvSpPr txBox="1"/>
          <p:nvPr userDrawn="1"/>
        </p:nvSpPr>
        <p:spPr>
          <a:xfrm>
            <a:off x="-1973598" y="340161"/>
            <a:ext cx="1825892" cy="461665"/>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to</a:t>
            </a:r>
            <a:r>
              <a:rPr lang="en-GB" sz="1000" baseline="0" noProof="1">
                <a:solidFill>
                  <a:schemeClr val="tx1">
                    <a:lumMod val="75000"/>
                    <a:lumOff val="25000"/>
                  </a:schemeClr>
                </a:solidFill>
              </a:rPr>
              <a:t> linjer </a:t>
            </a:r>
            <a:endParaRPr lang="en-GB"/>
          </a:p>
          <a:p>
            <a:pPr algn="r">
              <a:lnSpc>
                <a:spcPct val="100000"/>
              </a:lnSpc>
            </a:pPr>
            <a:r>
              <a:rPr lang="en-GB" sz="1000" baseline="0" noProof="1">
                <a:solidFill>
                  <a:schemeClr val="tx1">
                    <a:lumMod val="75000"/>
                    <a:lumOff val="25000"/>
                  </a:schemeClr>
                </a:solidFill>
              </a:rPr>
              <a:t>ændr 2. linje til</a:t>
            </a:r>
            <a:endParaRPr lang="en-GB"/>
          </a:p>
          <a:p>
            <a:pPr algn="r">
              <a:lnSpc>
                <a:spcPct val="100000"/>
              </a:lnSpc>
            </a:pPr>
            <a:r>
              <a:rPr lang="en-GB" sz="1000" noProof="1">
                <a:solidFill>
                  <a:schemeClr val="tx1">
                    <a:lumMod val="75000"/>
                    <a:lumOff val="25000"/>
                  </a:schemeClr>
                </a:solidFill>
              </a:rPr>
              <a:t>AU Passata Bold</a:t>
            </a:r>
            <a:endParaRPr lang="en-GB" sz="4799" dirty="0"/>
          </a:p>
        </p:txBody>
      </p:sp>
      <p:sp>
        <p:nvSpPr>
          <p:cNvPr id="9" name="Slide Number Placeholder 8"/>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0"/>
          </p:nvPr>
        </p:nvSpPr>
        <p:spPr/>
        <p:txBody>
          <a:bodyPr/>
          <a:lstStyle/>
          <a:p>
            <a:fld id="{78417F83-4CBA-48F2-BAD0-783AE3701E32}" type="datetimeFigureOut">
              <a:rPr lang="en-GB" smtClean="0"/>
              <a:pPr/>
              <a:t>16/02/2026</a:t>
            </a:fld>
            <a:endParaRPr lang="en-GB" dirty="0"/>
          </a:p>
        </p:txBody>
      </p:sp>
      <p:sp>
        <p:nvSpPr>
          <p:cNvPr id="8" name="Footer Placeholder 7" hidden="1"/>
          <p:cNvSpPr>
            <a:spLocks noGrp="1"/>
          </p:cNvSpPr>
          <p:nvPr>
            <p:ph type="ftr" sz="quarter" idx="11"/>
          </p:nvPr>
        </p:nvSpPr>
        <p:spPr/>
        <p:txBody>
          <a:bodyPr/>
          <a:lstStyle/>
          <a:p>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line title and bullet text">
    <p:spTree>
      <p:nvGrpSpPr>
        <p:cNvPr id="1" name=""/>
        <p:cNvGrpSpPr/>
        <p:nvPr/>
      </p:nvGrpSpPr>
      <p:grpSpPr>
        <a:xfrm>
          <a:off x="0" y="0"/>
          <a:ext cx="0" cy="0"/>
          <a:chOff x="0" y="0"/>
          <a:chExt cx="0" cy="0"/>
        </a:xfrm>
      </p:grpSpPr>
      <p:sp>
        <p:nvSpPr>
          <p:cNvPr id="5" name="Hvid baggrund"/>
          <p:cNvSpPr/>
          <p:nvPr userDrawn="1"/>
        </p:nvSpPr>
        <p:spPr bwMode="auto">
          <a:xfrm>
            <a:off x="0" y="-1"/>
            <a:ext cx="12193200" cy="5894387"/>
          </a:xfrm>
          <a:prstGeom prst="rect">
            <a:avLst/>
          </a:prstGeom>
          <a:solidFill>
            <a:schemeClr val="bg1"/>
          </a:solidFill>
          <a:ln w="1778"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6" name="Black Rectangle"/>
          <p:cNvSpPr/>
          <p:nvPr userDrawn="1"/>
        </p:nvSpPr>
        <p:spPr>
          <a:xfrm>
            <a:off x="990000" y="1045684"/>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sp>
        <p:nvSpPr>
          <p:cNvPr id="4" name="Title 1"/>
          <p:cNvSpPr>
            <a:spLocks noGrp="1"/>
          </p:cNvSpPr>
          <p:nvPr>
            <p:ph type="title"/>
          </p:nvPr>
        </p:nvSpPr>
        <p:spPr>
          <a:xfrm>
            <a:off x="315913" y="228627"/>
            <a:ext cx="11556000" cy="752101"/>
          </a:xfrm>
        </p:spPr>
        <p:txBody>
          <a:bodyPr anchor="t" anchorCtr="0"/>
          <a:lstStyle/>
          <a:p>
            <a:r>
              <a:rPr lang="en-GB" dirty="0"/>
              <a:t>Click to edit Master title style</a:t>
            </a:r>
            <a:endParaRPr lang="en-GB"/>
          </a:p>
        </p:txBody>
      </p:sp>
      <p:sp>
        <p:nvSpPr>
          <p:cNvPr id="3" name="Content Placeholder 2"/>
          <p:cNvSpPr>
            <a:spLocks noGrp="1"/>
          </p:cNvSpPr>
          <p:nvPr>
            <p:ph idx="1"/>
          </p:nvPr>
        </p:nvSpPr>
        <p:spPr>
          <a:xfrm>
            <a:off x="985838" y="1373021"/>
            <a:ext cx="10220325" cy="4521366"/>
          </a:xfrm>
        </p:spPr>
        <p:txBody>
          <a:bodyPr/>
          <a:lstStyle>
            <a:lvl1pPr marL="0" indent="0">
              <a:buFont typeface="Calibri" panose="020F0502020204030204" pitchFamily="34" charset="0"/>
              <a:buChar char="​"/>
              <a:defRPr/>
            </a:lvl1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18" name="TextBox 17"/>
          <p:cNvSpPr txBox="1"/>
          <p:nvPr userDrawn="1"/>
        </p:nvSpPr>
        <p:spPr>
          <a:xfrm>
            <a:off x="-1973598" y="340161"/>
            <a:ext cx="1825892" cy="307777"/>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én linje</a:t>
            </a:r>
            <a:endParaRPr lang="en-GB"/>
          </a:p>
          <a:p>
            <a:pPr algn="r">
              <a:lnSpc>
                <a:spcPct val="100000"/>
              </a:lnSpc>
            </a:pPr>
            <a:r>
              <a:rPr lang="en-GB" sz="1000" noProof="1">
                <a:solidFill>
                  <a:schemeClr val="tx1">
                    <a:lumMod val="75000"/>
                    <a:lumOff val="25000"/>
                  </a:schemeClr>
                </a:solidFill>
              </a:rPr>
              <a:t>Light eller AU Passata Bold</a:t>
            </a:r>
            <a:endParaRPr lang="en-GB" sz="4799" dirty="0"/>
          </a:p>
        </p:txBody>
      </p:sp>
      <p:sp>
        <p:nvSpPr>
          <p:cNvPr id="9" name="Slide Number Placeholder 8"/>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0"/>
          </p:nvPr>
        </p:nvSpPr>
        <p:spPr/>
        <p:txBody>
          <a:bodyPr/>
          <a:lstStyle/>
          <a:p>
            <a:fld id="{78417F83-4CBA-48F2-BAD0-783AE3701E32}" type="datetimeFigureOut">
              <a:rPr lang="en-GB" smtClean="0"/>
              <a:pPr/>
              <a:t>16/02/2026</a:t>
            </a:fld>
            <a:endParaRPr lang="en-GB" dirty="0"/>
          </a:p>
        </p:txBody>
      </p:sp>
      <p:sp>
        <p:nvSpPr>
          <p:cNvPr id="8" name="Footer Placeholder 7" hidden="1"/>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3997128513"/>
      </p:ext>
    </p:extLst>
  </p:cSld>
  <p:clrMapOvr>
    <a:masterClrMapping/>
  </p:clrMapOvr>
  <p:extLst>
    <p:ext uri="{DCECCB84-F9BA-43D5-87BE-67443E8EF086}">
      <p15:sldGuideLst xmlns:p15="http://schemas.microsoft.com/office/powerpoint/2012/main">
        <p15:guide id="1" orient="horz" pos="865" userDrawn="1">
          <p15:clr>
            <a:srgbClr val="00000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picture">
    <p:spTree>
      <p:nvGrpSpPr>
        <p:cNvPr id="1" name=""/>
        <p:cNvGrpSpPr/>
        <p:nvPr/>
      </p:nvGrpSpPr>
      <p:grpSpPr>
        <a:xfrm>
          <a:off x="0" y="0"/>
          <a:ext cx="0" cy="0"/>
          <a:chOff x="0" y="0"/>
          <a:chExt cx="0" cy="0"/>
        </a:xfrm>
      </p:grpSpPr>
      <p:sp>
        <p:nvSpPr>
          <p:cNvPr id="14" name="Hvid baggrund"/>
          <p:cNvSpPr/>
          <p:nvPr userDrawn="1"/>
        </p:nvSpPr>
        <p:spPr bwMode="auto">
          <a:xfrm>
            <a:off x="0" y="0"/>
            <a:ext cx="12193200" cy="5911200"/>
          </a:xfrm>
          <a:prstGeom prst="rect">
            <a:avLst/>
          </a:prstGeom>
          <a:solidFill>
            <a:schemeClr val="bg1"/>
          </a:solidFill>
          <a:ln w="1778"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5" name="Black Rectangle"/>
          <p:cNvSpPr/>
          <p:nvPr userDrawn="1"/>
        </p:nvSpPr>
        <p:spPr>
          <a:xfrm>
            <a:off x="990000" y="1045684"/>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sp>
        <p:nvSpPr>
          <p:cNvPr id="2" name="Title 1"/>
          <p:cNvSpPr>
            <a:spLocks noGrp="1"/>
          </p:cNvSpPr>
          <p:nvPr>
            <p:ph type="title" hasCustomPrompt="1"/>
          </p:nvPr>
        </p:nvSpPr>
        <p:spPr>
          <a:xfrm>
            <a:off x="316800" y="230400"/>
            <a:ext cx="5644263" cy="752400"/>
          </a:xfrm>
        </p:spPr>
        <p:txBody>
          <a:bodyPr anchor="t" anchorCtr="0"/>
          <a:lstStyle>
            <a:lvl1pPr>
              <a:defRPr/>
            </a:lvl1pPr>
          </a:lstStyle>
          <a:p>
            <a:r>
              <a:rPr lang="en-GB" dirty="0"/>
              <a:t>Insert title</a:t>
            </a:r>
            <a:endParaRPr lang="en-GB"/>
          </a:p>
        </p:txBody>
      </p:sp>
      <p:sp>
        <p:nvSpPr>
          <p:cNvPr id="10" name="Text Placeholder 2"/>
          <p:cNvSpPr>
            <a:spLocks noGrp="1"/>
          </p:cNvSpPr>
          <p:nvPr>
            <p:ph type="body" sz="quarter" idx="14"/>
          </p:nvPr>
        </p:nvSpPr>
        <p:spPr>
          <a:xfrm>
            <a:off x="985838" y="1371600"/>
            <a:ext cx="4975225" cy="4525964"/>
          </a:xfrm>
        </p:spPr>
        <p:txBody>
          <a:bodyPr/>
          <a:lstStyle>
            <a:lvl1pPr marL="0" indent="0">
              <a:buFont typeface="Calibri" panose="020F0502020204030204" pitchFamily="34" charset="0"/>
              <a:buChar char="​"/>
              <a:defRPr/>
            </a:lvl1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7" name="Picture Placeholder 3"/>
          <p:cNvSpPr>
            <a:spLocks noGrp="1"/>
          </p:cNvSpPr>
          <p:nvPr>
            <p:ph type="pic" sz="quarter" idx="13" hasCustomPrompt="1"/>
          </p:nvPr>
        </p:nvSpPr>
        <p:spPr>
          <a:xfrm>
            <a:off x="6230198" y="315913"/>
            <a:ext cx="5644110" cy="5581650"/>
          </a:xfrm>
        </p:spPr>
        <p:txBody>
          <a:bodyPr/>
          <a:lstStyle>
            <a:lvl1pPr marL="0" indent="0">
              <a:buNone/>
              <a:defRPr b="0"/>
            </a:lvl1pPr>
          </a:lstStyle>
          <a:p>
            <a:r>
              <a:rPr lang="en-GB" dirty="0"/>
              <a:t>Click here and add image via Templafy Image Library</a:t>
            </a:r>
            <a:endParaRPr lang="en-GB"/>
          </a:p>
        </p:txBody>
      </p:sp>
      <p:sp>
        <p:nvSpPr>
          <p:cNvPr id="9" name="TextBox 8"/>
          <p:cNvSpPr txBox="1"/>
          <p:nvPr userDrawn="1"/>
        </p:nvSpPr>
        <p:spPr>
          <a:xfrm>
            <a:off x="-1973598" y="340161"/>
            <a:ext cx="1825892" cy="307777"/>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én linje</a:t>
            </a:r>
            <a:endParaRPr lang="en-GB"/>
          </a:p>
          <a:p>
            <a:pPr algn="r">
              <a:lnSpc>
                <a:spcPct val="100000"/>
              </a:lnSpc>
            </a:pPr>
            <a:r>
              <a:rPr lang="en-GB" sz="1000" noProof="1">
                <a:solidFill>
                  <a:schemeClr val="tx1">
                    <a:lumMod val="75000"/>
                    <a:lumOff val="25000"/>
                  </a:schemeClr>
                </a:solidFill>
              </a:rPr>
              <a:t>Light eller AU Passata Bold</a:t>
            </a:r>
            <a:endParaRPr lang="en-GB" sz="4799" dirty="0"/>
          </a:p>
        </p:txBody>
      </p:sp>
      <p:sp>
        <p:nvSpPr>
          <p:cNvPr id="8" name="Slide Number Placeholder 7"/>
          <p:cNvSpPr>
            <a:spLocks noGrp="1"/>
          </p:cNvSpPr>
          <p:nvPr>
            <p:ph type="sldNum" sz="quarter" idx="17"/>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5" name="Date Placeholder 4" hidden="1"/>
          <p:cNvSpPr>
            <a:spLocks noGrp="1"/>
          </p:cNvSpPr>
          <p:nvPr>
            <p:ph type="dt" sz="half" idx="15"/>
          </p:nvPr>
        </p:nvSpPr>
        <p:spPr/>
        <p:txBody>
          <a:bodyPr/>
          <a:lstStyle/>
          <a:p>
            <a:fld id="{78417F83-4CBA-48F2-BAD0-783AE3701E32}" type="datetimeFigureOut">
              <a:rPr lang="en-GB" smtClean="0"/>
              <a:pPr/>
              <a:t>16/02/2026</a:t>
            </a:fld>
            <a:endParaRPr lang="en-GB" dirty="0"/>
          </a:p>
        </p:txBody>
      </p:sp>
      <p:sp>
        <p:nvSpPr>
          <p:cNvPr id="6" name="Footer Placeholder 5" hidden="1"/>
          <p:cNvSpPr>
            <a:spLocks noGrp="1"/>
          </p:cNvSpPr>
          <p:nvPr>
            <p:ph type="ftr" sz="quarter" idx="16"/>
          </p:nvPr>
        </p:nvSpPr>
        <p:spPr/>
        <p:txBody>
          <a:bodyPr/>
          <a:lstStyle/>
          <a:p>
            <a:endParaRPr lang="en-GB" dirty="0"/>
          </a:p>
        </p:txBody>
      </p:sp>
    </p:spTree>
    <p:extLst>
      <p:ext uri="{BB962C8B-B14F-4D97-AF65-F5344CB8AC3E}">
        <p14:creationId xmlns:p14="http://schemas.microsoft.com/office/powerpoint/2010/main" val="3999787102"/>
      </p:ext>
    </p:extLst>
  </p:cSld>
  <p:clrMapOvr>
    <a:masterClrMapping/>
  </p:clrMapOvr>
  <p:extLst>
    <p:ext uri="{DCECCB84-F9BA-43D5-87BE-67443E8EF086}">
      <p15:sldGuideLst xmlns:p15="http://schemas.microsoft.com/office/powerpoint/2012/main">
        <p15:guide id="1" pos="3924" userDrawn="1">
          <p15:clr>
            <a:srgbClr val="A4A3A4"/>
          </p15:clr>
        </p15:guide>
        <p15:guide id="2" pos="3755" userDrawn="1">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ersonal information">
    <p:spTree>
      <p:nvGrpSpPr>
        <p:cNvPr id="1" name=""/>
        <p:cNvGrpSpPr/>
        <p:nvPr/>
      </p:nvGrpSpPr>
      <p:grpSpPr>
        <a:xfrm>
          <a:off x="0" y="0"/>
          <a:ext cx="0" cy="0"/>
          <a:chOff x="0" y="0"/>
          <a:chExt cx="0" cy="0"/>
        </a:xfrm>
      </p:grpSpPr>
      <p:sp>
        <p:nvSpPr>
          <p:cNvPr id="14" name="Hvid baggrund"/>
          <p:cNvSpPr/>
          <p:nvPr userDrawn="1"/>
        </p:nvSpPr>
        <p:spPr bwMode="auto">
          <a:xfrm>
            <a:off x="0" y="0"/>
            <a:ext cx="12193200" cy="5911011"/>
          </a:xfrm>
          <a:prstGeom prst="rect">
            <a:avLst/>
          </a:prstGeom>
          <a:solidFill>
            <a:schemeClr val="bg1"/>
          </a:solidFill>
          <a:ln w="1778"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5" name="Black Rectangle"/>
          <p:cNvSpPr/>
          <p:nvPr userDrawn="1"/>
        </p:nvSpPr>
        <p:spPr>
          <a:xfrm>
            <a:off x="1001075" y="2694542"/>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sp>
        <p:nvSpPr>
          <p:cNvPr id="2" name="Title 1"/>
          <p:cNvSpPr>
            <a:spLocks noGrp="1"/>
          </p:cNvSpPr>
          <p:nvPr>
            <p:ph type="title"/>
          </p:nvPr>
        </p:nvSpPr>
        <p:spPr>
          <a:xfrm>
            <a:off x="985838" y="1484784"/>
            <a:ext cx="4975225" cy="971980"/>
          </a:xfrm>
        </p:spPr>
        <p:txBody>
          <a:bodyPr anchor="b" anchorCtr="0"/>
          <a:lstStyle>
            <a:lvl1pPr>
              <a:lnSpc>
                <a:spcPct val="95000"/>
              </a:lnSpc>
              <a:defRPr sz="3000">
                <a:latin typeface="+mn-lt"/>
              </a:defRPr>
            </a:lvl1pPr>
          </a:lstStyle>
          <a:p>
            <a:r>
              <a:rPr lang="en-GB" dirty="0"/>
              <a:t>Click to edit Master title style</a:t>
            </a:r>
            <a:endParaRPr lang="en-GB"/>
          </a:p>
        </p:txBody>
      </p:sp>
      <p:sp>
        <p:nvSpPr>
          <p:cNvPr id="10" name="Text Placeholder 2"/>
          <p:cNvSpPr>
            <a:spLocks noGrp="1"/>
          </p:cNvSpPr>
          <p:nvPr>
            <p:ph type="body" sz="quarter" idx="14"/>
          </p:nvPr>
        </p:nvSpPr>
        <p:spPr>
          <a:xfrm>
            <a:off x="985838" y="3010711"/>
            <a:ext cx="4975225" cy="1858449"/>
          </a:xfrm>
        </p:spPr>
        <p:txBody>
          <a:bodyPr/>
          <a:lstStyle>
            <a:lvl1pPr marL="0" indent="0">
              <a:buFont typeface="Calibri" panose="020F0502020204030204" pitchFamily="34" charset="0"/>
              <a:buChar char="​"/>
              <a:defRPr/>
            </a:lvl1pPr>
            <a:lvl5pPr>
              <a:defRPr/>
            </a:lvl5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a:p>
            <a:pPr lvl="5"/>
            <a:r>
              <a:rPr lang="en-GB" dirty="0"/>
              <a:t>6</a:t>
            </a:r>
            <a:endParaRPr lang="en-GB"/>
          </a:p>
        </p:txBody>
      </p:sp>
      <p:sp>
        <p:nvSpPr>
          <p:cNvPr id="7" name="Picture Placeholder 3"/>
          <p:cNvSpPr>
            <a:spLocks noGrp="1"/>
          </p:cNvSpPr>
          <p:nvPr>
            <p:ph type="pic" sz="quarter" idx="13" hasCustomPrompt="1"/>
          </p:nvPr>
        </p:nvSpPr>
        <p:spPr>
          <a:xfrm>
            <a:off x="6231600" y="315913"/>
            <a:ext cx="5644800" cy="5583600"/>
          </a:xfrm>
        </p:spPr>
        <p:txBody>
          <a:bodyPr/>
          <a:lstStyle>
            <a:lvl1pPr marL="0" indent="0">
              <a:buNone/>
              <a:defRPr b="0"/>
            </a:lvl1pPr>
          </a:lstStyle>
          <a:p>
            <a:r>
              <a:rPr lang="en-GB" dirty="0"/>
              <a:t>Click here and add image via Templafy Image Library</a:t>
            </a:r>
            <a:endParaRPr lang="en-GB"/>
          </a:p>
        </p:txBody>
      </p:sp>
      <p:sp>
        <p:nvSpPr>
          <p:cNvPr id="9" name="TextBox 8"/>
          <p:cNvSpPr txBox="1"/>
          <p:nvPr userDrawn="1"/>
        </p:nvSpPr>
        <p:spPr>
          <a:xfrm>
            <a:off x="-1973598" y="1780882"/>
            <a:ext cx="1825892" cy="153888"/>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to</a:t>
            </a:r>
            <a:r>
              <a:rPr lang="en-GB" sz="1000" baseline="0" noProof="1">
                <a:solidFill>
                  <a:schemeClr val="tx1">
                    <a:lumMod val="75000"/>
                    <a:lumOff val="25000"/>
                  </a:schemeClr>
                </a:solidFill>
              </a:rPr>
              <a:t> linjer</a:t>
            </a:r>
            <a:endParaRPr lang="en-GB"/>
          </a:p>
        </p:txBody>
      </p:sp>
      <p:sp>
        <p:nvSpPr>
          <p:cNvPr id="8" name="Slide Number Placeholder 7"/>
          <p:cNvSpPr>
            <a:spLocks noGrp="1"/>
          </p:cNvSpPr>
          <p:nvPr>
            <p:ph type="sldNum" sz="quarter" idx="17"/>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5" name="Date Placeholder 4" hidden="1"/>
          <p:cNvSpPr>
            <a:spLocks noGrp="1"/>
          </p:cNvSpPr>
          <p:nvPr>
            <p:ph type="dt" sz="half" idx="15"/>
          </p:nvPr>
        </p:nvSpPr>
        <p:spPr/>
        <p:txBody>
          <a:bodyPr/>
          <a:lstStyle/>
          <a:p>
            <a:fld id="{78417F83-4CBA-48F2-BAD0-783AE3701E32}" type="datetimeFigureOut">
              <a:rPr lang="en-GB" smtClean="0"/>
              <a:pPr/>
              <a:t>16/02/2026</a:t>
            </a:fld>
            <a:endParaRPr lang="en-GB" dirty="0"/>
          </a:p>
        </p:txBody>
      </p:sp>
      <p:sp>
        <p:nvSpPr>
          <p:cNvPr id="6" name="Footer Placeholder 5" hidden="1"/>
          <p:cNvSpPr>
            <a:spLocks noGrp="1"/>
          </p:cNvSpPr>
          <p:nvPr>
            <p:ph type="ftr" sz="quarter" idx="16"/>
          </p:nvPr>
        </p:nvSpPr>
        <p:spPr/>
        <p:txBody>
          <a:bodyPr/>
          <a:lstStyle/>
          <a:p>
            <a:endParaRPr lang="en-GB" dirty="0"/>
          </a:p>
        </p:txBody>
      </p:sp>
    </p:spTree>
    <p:extLst>
      <p:ext uri="{BB962C8B-B14F-4D97-AF65-F5344CB8AC3E}">
        <p14:creationId xmlns:p14="http://schemas.microsoft.com/office/powerpoint/2010/main" val="4270316488"/>
      </p:ext>
    </p:extLst>
  </p:cSld>
  <p:clrMapOvr>
    <a:masterClrMapping/>
  </p:clrMapOvr>
  <p:extLst>
    <p:ext uri="{DCECCB84-F9BA-43D5-87BE-67443E8EF086}">
      <p15:sldGuideLst xmlns:p15="http://schemas.microsoft.com/office/powerpoint/2012/main">
        <p15:guide id="1" pos="3930" userDrawn="1">
          <p15:clr>
            <a:srgbClr val="A4A3A4"/>
          </p15:clr>
        </p15:guide>
        <p15:guide id="2" pos="3755" userDrawn="1">
          <p15:clr>
            <a:srgbClr val="A4A3A4"/>
          </p15:clr>
        </p15:guide>
        <p15:guide id="3" orient="horz" pos="3069" userDrawn="1">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5" name="Picture Placeholder 1"/>
          <p:cNvSpPr>
            <a:spLocks noGrp="1"/>
          </p:cNvSpPr>
          <p:nvPr>
            <p:ph type="pic" sz="quarter" idx="11" hasCustomPrompt="1"/>
          </p:nvPr>
        </p:nvSpPr>
        <p:spPr>
          <a:xfrm>
            <a:off x="316800" y="316800"/>
            <a:ext cx="11559600" cy="55836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8" name="Slide Number Placeholder 7"/>
          <p:cNvSpPr>
            <a:spLocks noGrp="1"/>
          </p:cNvSpPr>
          <p:nvPr>
            <p:ph type="sldNum" sz="quarter" idx="14"/>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2"/>
          </p:nvPr>
        </p:nvSpPr>
        <p:spPr/>
        <p:txBody>
          <a:bodyPr/>
          <a:lstStyle/>
          <a:p>
            <a:fld id="{78417F83-4CBA-48F2-BAD0-783AE3701E32}" type="datetimeFigureOut">
              <a:rPr lang="en-GB" smtClean="0"/>
              <a:pPr/>
              <a:t>16/02/2026</a:t>
            </a:fld>
            <a:endParaRPr lang="en-GB" dirty="0"/>
          </a:p>
        </p:txBody>
      </p:sp>
      <p:sp>
        <p:nvSpPr>
          <p:cNvPr id="7" name="Footer Placeholder 6" hidden="1"/>
          <p:cNvSpPr>
            <a:spLocks noGrp="1"/>
          </p:cNvSpPr>
          <p:nvPr>
            <p:ph type="ftr" sz="quarter" idx="13"/>
          </p:nvPr>
        </p:nvSpPr>
        <p:spPr/>
        <p:txBody>
          <a:bodyPr/>
          <a:lstStyle/>
          <a:p>
            <a:endParaRPr lang="en-GB" dirty="0"/>
          </a:p>
        </p:txBody>
      </p:sp>
    </p:spTree>
    <p:extLst>
      <p:ext uri="{BB962C8B-B14F-4D97-AF65-F5344CB8AC3E}">
        <p14:creationId xmlns:p14="http://schemas.microsoft.com/office/powerpoint/2010/main" val="3077618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pictures">
    <p:spTree>
      <p:nvGrpSpPr>
        <p:cNvPr id="1" name=""/>
        <p:cNvGrpSpPr/>
        <p:nvPr/>
      </p:nvGrpSpPr>
      <p:grpSpPr>
        <a:xfrm>
          <a:off x="0" y="0"/>
          <a:ext cx="0" cy="0"/>
          <a:chOff x="0" y="0"/>
          <a:chExt cx="0" cy="0"/>
        </a:xfrm>
      </p:grpSpPr>
      <p:sp>
        <p:nvSpPr>
          <p:cNvPr id="4" name="Picture Placeholder 1"/>
          <p:cNvSpPr>
            <a:spLocks noGrp="1"/>
          </p:cNvSpPr>
          <p:nvPr>
            <p:ph type="pic" sz="quarter" idx="11" hasCustomPrompt="1"/>
          </p:nvPr>
        </p:nvSpPr>
        <p:spPr>
          <a:xfrm>
            <a:off x="316800" y="316800"/>
            <a:ext cx="5644800" cy="55836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5" name="Picture Placeholder 2"/>
          <p:cNvSpPr>
            <a:spLocks noGrp="1"/>
          </p:cNvSpPr>
          <p:nvPr>
            <p:ph type="pic" sz="quarter" idx="12" hasCustomPrompt="1"/>
          </p:nvPr>
        </p:nvSpPr>
        <p:spPr>
          <a:xfrm>
            <a:off x="6231600" y="316800"/>
            <a:ext cx="5644800" cy="5583600"/>
          </a:xfrm>
        </p:spPr>
        <p:txBody>
          <a:bodyPr/>
          <a:lstStyle>
            <a:lvl1pPr marL="0" indent="0">
              <a:buFontTx/>
              <a:buNone/>
              <a:defRPr b="0"/>
            </a:lvl1pPr>
          </a:lstStyle>
          <a:p>
            <a:r>
              <a:rPr lang="en-GB" dirty="0"/>
              <a:t>Click here and add image via Templafy Image Library</a:t>
            </a:r>
            <a:endParaRPr lang="en-GB"/>
          </a:p>
        </p:txBody>
      </p:sp>
      <p:sp>
        <p:nvSpPr>
          <p:cNvPr id="9" name="Slide Number Placeholder 8"/>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3"/>
          </p:nvPr>
        </p:nvSpPr>
        <p:spPr/>
        <p:txBody>
          <a:bodyPr/>
          <a:lstStyle/>
          <a:p>
            <a:fld id="{78417F83-4CBA-48F2-BAD0-783AE3701E32}" type="datetimeFigureOut">
              <a:rPr lang="en-GB" smtClean="0"/>
              <a:pPr/>
              <a:t>16/02/2026</a:t>
            </a:fld>
            <a:endParaRPr lang="en-GB" dirty="0"/>
          </a:p>
        </p:txBody>
      </p:sp>
      <p:sp>
        <p:nvSpPr>
          <p:cNvPr id="8" name="Footer Placeholder 7" hidden="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087004173"/>
      </p:ext>
    </p:extLst>
  </p:cSld>
  <p:clrMapOvr>
    <a:masterClrMapping/>
  </p:clrMapOvr>
  <p:extLst>
    <p:ext uri="{DCECCB84-F9BA-43D5-87BE-67443E8EF086}">
      <p15:sldGuideLst xmlns:p15="http://schemas.microsoft.com/office/powerpoint/2012/main">
        <p15:guide id="1" pos="3924" userDrawn="1">
          <p15:clr>
            <a:srgbClr val="A4A3A4"/>
          </p15:clr>
        </p15:guide>
        <p15:guide id="2" pos="3754" userDrawn="1">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pictures">
    <p:spTree>
      <p:nvGrpSpPr>
        <p:cNvPr id="1" name=""/>
        <p:cNvGrpSpPr/>
        <p:nvPr/>
      </p:nvGrpSpPr>
      <p:grpSpPr>
        <a:xfrm>
          <a:off x="0" y="0"/>
          <a:ext cx="0" cy="0"/>
          <a:chOff x="0" y="0"/>
          <a:chExt cx="0" cy="0"/>
        </a:xfrm>
      </p:grpSpPr>
      <p:sp>
        <p:nvSpPr>
          <p:cNvPr id="4" name="Picture Placeholder 1"/>
          <p:cNvSpPr>
            <a:spLocks noGrp="1"/>
          </p:cNvSpPr>
          <p:nvPr>
            <p:ph type="pic" sz="quarter" idx="11" hasCustomPrompt="1"/>
          </p:nvPr>
        </p:nvSpPr>
        <p:spPr>
          <a:xfrm>
            <a:off x="316800" y="316800"/>
            <a:ext cx="5644800" cy="26532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7" name="Picture Placeholder 2"/>
          <p:cNvSpPr>
            <a:spLocks noGrp="1"/>
          </p:cNvSpPr>
          <p:nvPr>
            <p:ph type="pic" sz="quarter" idx="13" hasCustomPrompt="1"/>
          </p:nvPr>
        </p:nvSpPr>
        <p:spPr>
          <a:xfrm>
            <a:off x="316800" y="3237372"/>
            <a:ext cx="5644800" cy="2653200"/>
          </a:xfrm>
        </p:spPr>
        <p:txBody>
          <a:bodyPr/>
          <a:lstStyle>
            <a:lvl1pPr marL="0" indent="0">
              <a:buFontTx/>
              <a:buNone/>
              <a:defRPr b="0"/>
            </a:lvl1pPr>
          </a:lstStyle>
          <a:p>
            <a:r>
              <a:rPr lang="en-GB" dirty="0"/>
              <a:t>Click here and add image via Templafy Image Library</a:t>
            </a:r>
            <a:endParaRPr lang="en-GB"/>
          </a:p>
        </p:txBody>
      </p:sp>
      <p:sp>
        <p:nvSpPr>
          <p:cNvPr id="5" name="Picture Placeholder 3"/>
          <p:cNvSpPr>
            <a:spLocks noGrp="1"/>
          </p:cNvSpPr>
          <p:nvPr>
            <p:ph type="pic" sz="quarter" idx="12" hasCustomPrompt="1"/>
          </p:nvPr>
        </p:nvSpPr>
        <p:spPr>
          <a:xfrm>
            <a:off x="6231600" y="316800"/>
            <a:ext cx="5644800" cy="5583600"/>
          </a:xfrm>
        </p:spPr>
        <p:txBody>
          <a:bodyPr/>
          <a:lstStyle>
            <a:lvl1pPr marL="0" indent="0">
              <a:buFontTx/>
              <a:buNone/>
              <a:defRPr b="0"/>
            </a:lvl1pPr>
          </a:lstStyle>
          <a:p>
            <a:r>
              <a:rPr lang="en-GB" dirty="0"/>
              <a:t>Click here and add image via Templafy Image Library</a:t>
            </a:r>
            <a:endParaRPr lang="en-GB"/>
          </a:p>
        </p:txBody>
      </p:sp>
      <p:sp>
        <p:nvSpPr>
          <p:cNvPr id="10" name="Slide Number Placeholder 9"/>
          <p:cNvSpPr>
            <a:spLocks noGrp="1"/>
          </p:cNvSpPr>
          <p:nvPr>
            <p:ph type="sldNum" sz="quarter" idx="16"/>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8" name="Date Placeholder 7" hidden="1"/>
          <p:cNvSpPr>
            <a:spLocks noGrp="1"/>
          </p:cNvSpPr>
          <p:nvPr>
            <p:ph type="dt" sz="half" idx="14"/>
          </p:nvPr>
        </p:nvSpPr>
        <p:spPr/>
        <p:txBody>
          <a:bodyPr/>
          <a:lstStyle/>
          <a:p>
            <a:fld id="{78417F83-4CBA-48F2-BAD0-783AE3701E32}" type="datetimeFigureOut">
              <a:rPr lang="en-GB" smtClean="0"/>
              <a:pPr/>
              <a:t>16/02/2026</a:t>
            </a:fld>
            <a:endParaRPr lang="en-GB" dirty="0"/>
          </a:p>
        </p:txBody>
      </p:sp>
      <p:sp>
        <p:nvSpPr>
          <p:cNvPr id="9" name="Footer Placeholder 8" hidden="1"/>
          <p:cNvSpPr>
            <a:spLocks noGrp="1"/>
          </p:cNvSpPr>
          <p:nvPr>
            <p:ph type="ftr" sz="quarter" idx="15"/>
          </p:nvPr>
        </p:nvSpPr>
        <p:spPr/>
        <p:txBody>
          <a:bodyPr/>
          <a:lstStyle/>
          <a:p>
            <a:endParaRPr lang="en-GB" dirty="0"/>
          </a:p>
        </p:txBody>
      </p:sp>
    </p:spTree>
    <p:extLst>
      <p:ext uri="{BB962C8B-B14F-4D97-AF65-F5344CB8AC3E}">
        <p14:creationId xmlns:p14="http://schemas.microsoft.com/office/powerpoint/2010/main" val="2260751815"/>
      </p:ext>
    </p:extLst>
  </p:cSld>
  <p:clrMapOvr>
    <a:masterClrMapping/>
  </p:clrMapOvr>
  <p:extLst>
    <p:ext uri="{DCECCB84-F9BA-43D5-87BE-67443E8EF086}">
      <p15:sldGuideLst xmlns:p15="http://schemas.microsoft.com/office/powerpoint/2012/main">
        <p15:guide id="1" pos="3922" userDrawn="1">
          <p15:clr>
            <a:srgbClr val="A4A3A4"/>
          </p15:clr>
        </p15:guide>
        <p15:guide id="2" pos="3755" userDrawn="1">
          <p15:clr>
            <a:srgbClr val="A4A3A4"/>
          </p15:clr>
        </p15:guide>
        <p15:guide id="3" orient="horz" pos="2039" userDrawn="1">
          <p15:clr>
            <a:srgbClr val="A4A3A4"/>
          </p15:clr>
        </p15:guide>
        <p15:guide id="4" orient="horz" pos="1872" userDrawn="1">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pictures II">
    <p:spTree>
      <p:nvGrpSpPr>
        <p:cNvPr id="1" name=""/>
        <p:cNvGrpSpPr/>
        <p:nvPr/>
      </p:nvGrpSpPr>
      <p:grpSpPr>
        <a:xfrm>
          <a:off x="0" y="0"/>
          <a:ext cx="0" cy="0"/>
          <a:chOff x="0" y="0"/>
          <a:chExt cx="0" cy="0"/>
        </a:xfrm>
      </p:grpSpPr>
      <p:sp>
        <p:nvSpPr>
          <p:cNvPr id="5" name="Picture Placeholder 1"/>
          <p:cNvSpPr>
            <a:spLocks noGrp="1"/>
          </p:cNvSpPr>
          <p:nvPr>
            <p:ph type="pic" sz="quarter" idx="12" hasCustomPrompt="1"/>
          </p:nvPr>
        </p:nvSpPr>
        <p:spPr>
          <a:xfrm>
            <a:off x="316800" y="316800"/>
            <a:ext cx="5644800" cy="55836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4" name="Picture Placeholder 2"/>
          <p:cNvSpPr>
            <a:spLocks noGrp="1"/>
          </p:cNvSpPr>
          <p:nvPr>
            <p:ph type="pic" sz="quarter" idx="11" hasCustomPrompt="1"/>
          </p:nvPr>
        </p:nvSpPr>
        <p:spPr>
          <a:xfrm>
            <a:off x="6231600" y="316800"/>
            <a:ext cx="5644800" cy="2653200"/>
          </a:xfrm>
        </p:spPr>
        <p:txBody>
          <a:bodyPr/>
          <a:lstStyle>
            <a:lvl1pPr marL="0" indent="0">
              <a:buFontTx/>
              <a:buNone/>
              <a:defRPr b="0"/>
            </a:lvl1pPr>
          </a:lstStyle>
          <a:p>
            <a:r>
              <a:rPr lang="en-GB" dirty="0"/>
              <a:t>Click here and add image via Templafy Image Library</a:t>
            </a:r>
            <a:endParaRPr lang="en-GB"/>
          </a:p>
        </p:txBody>
      </p:sp>
      <p:sp>
        <p:nvSpPr>
          <p:cNvPr id="7" name="Picture Placeholder 3"/>
          <p:cNvSpPr>
            <a:spLocks noGrp="1"/>
          </p:cNvSpPr>
          <p:nvPr>
            <p:ph type="pic" sz="quarter" idx="13" hasCustomPrompt="1"/>
          </p:nvPr>
        </p:nvSpPr>
        <p:spPr>
          <a:xfrm>
            <a:off x="6231600" y="3237372"/>
            <a:ext cx="5644800" cy="2653200"/>
          </a:xfrm>
        </p:spPr>
        <p:txBody>
          <a:bodyPr/>
          <a:lstStyle>
            <a:lvl1pPr marL="0" indent="0">
              <a:buFontTx/>
              <a:buNone/>
              <a:defRPr b="0"/>
            </a:lvl1pPr>
          </a:lstStyle>
          <a:p>
            <a:r>
              <a:rPr lang="en-GB" dirty="0"/>
              <a:t>Click here and add image via Templafy Image Library</a:t>
            </a:r>
            <a:endParaRPr lang="en-GB"/>
          </a:p>
        </p:txBody>
      </p:sp>
      <p:sp>
        <p:nvSpPr>
          <p:cNvPr id="10" name="Slide Number Placeholder 9"/>
          <p:cNvSpPr>
            <a:spLocks noGrp="1"/>
          </p:cNvSpPr>
          <p:nvPr>
            <p:ph type="sldNum" sz="quarter" idx="16"/>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8" name="Date Placeholder 7" hidden="1"/>
          <p:cNvSpPr>
            <a:spLocks noGrp="1"/>
          </p:cNvSpPr>
          <p:nvPr>
            <p:ph type="dt" sz="half" idx="14"/>
          </p:nvPr>
        </p:nvSpPr>
        <p:spPr/>
        <p:txBody>
          <a:bodyPr/>
          <a:lstStyle/>
          <a:p>
            <a:fld id="{78417F83-4CBA-48F2-BAD0-783AE3701E32}" type="datetimeFigureOut">
              <a:rPr lang="en-GB" smtClean="0"/>
              <a:pPr/>
              <a:t>16/02/2026</a:t>
            </a:fld>
            <a:endParaRPr lang="en-GB" dirty="0"/>
          </a:p>
        </p:txBody>
      </p:sp>
      <p:sp>
        <p:nvSpPr>
          <p:cNvPr id="9" name="Footer Placeholder 8" hidden="1"/>
          <p:cNvSpPr>
            <a:spLocks noGrp="1"/>
          </p:cNvSpPr>
          <p:nvPr>
            <p:ph type="ftr" sz="quarter" idx="15"/>
          </p:nvPr>
        </p:nvSpPr>
        <p:spPr/>
        <p:txBody>
          <a:bodyPr/>
          <a:lstStyle/>
          <a:p>
            <a:endParaRPr lang="en-GB" dirty="0"/>
          </a:p>
        </p:txBody>
      </p:sp>
    </p:spTree>
    <p:extLst>
      <p:ext uri="{BB962C8B-B14F-4D97-AF65-F5344CB8AC3E}">
        <p14:creationId xmlns:p14="http://schemas.microsoft.com/office/powerpoint/2010/main" val="93570263"/>
      </p:ext>
    </p:extLst>
  </p:cSld>
  <p:clrMapOvr>
    <a:masterClrMapping/>
  </p:clrMapOvr>
  <p:extLst>
    <p:ext uri="{DCECCB84-F9BA-43D5-87BE-67443E8EF086}">
      <p15:sldGuideLst xmlns:p15="http://schemas.microsoft.com/office/powerpoint/2012/main">
        <p15:guide id="1" pos="3922" userDrawn="1">
          <p15:clr>
            <a:srgbClr val="A4A3A4"/>
          </p15:clr>
        </p15:guide>
        <p15:guide id="2" pos="3755" userDrawn="1">
          <p15:clr>
            <a:srgbClr val="A4A3A4"/>
          </p15:clr>
        </p15:guide>
        <p15:guide id="3" orient="horz" pos="2039" userDrawn="1">
          <p15:clr>
            <a:srgbClr val="A4A3A4"/>
          </p15:clr>
        </p15:guide>
        <p15:guide id="4" orient="horz" pos="1872" userDrawn="1">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Full slide pictur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315913" y="315913"/>
            <a:ext cx="11557000" cy="6220354"/>
          </a:xfrm>
        </p:spPr>
        <p:txBody>
          <a:bodyPr/>
          <a:lstStyle>
            <a:lvl1pPr marL="0" indent="0">
              <a:buFontTx/>
              <a:buNone/>
              <a:defRPr b="0"/>
            </a:lvl1pPr>
          </a:lstStyle>
          <a:p>
            <a:r>
              <a:rPr lang="en-GB" dirty="0"/>
              <a:t>Click here and add image via Templafy Image Library</a:t>
            </a:r>
            <a:endParaRPr lang="en-GB"/>
          </a:p>
        </p:txBody>
      </p:sp>
      <p:sp>
        <p:nvSpPr>
          <p:cNvPr id="8" name="Slide Number Placeholder 7"/>
          <p:cNvSpPr>
            <a:spLocks noGrp="1"/>
          </p:cNvSpPr>
          <p:nvPr>
            <p:ph type="sldNum" sz="quarter" idx="14"/>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2"/>
          </p:nvPr>
        </p:nvSpPr>
        <p:spPr/>
        <p:txBody>
          <a:bodyPr/>
          <a:lstStyle/>
          <a:p>
            <a:fld id="{78417F83-4CBA-48F2-BAD0-783AE3701E32}" type="datetimeFigureOut">
              <a:rPr lang="en-GB" smtClean="0"/>
              <a:pPr/>
              <a:t>16/02/2026</a:t>
            </a:fld>
            <a:endParaRPr lang="en-GB" dirty="0"/>
          </a:p>
        </p:txBody>
      </p:sp>
      <p:sp>
        <p:nvSpPr>
          <p:cNvPr id="7" name="Footer Placeholder 6" hidden="1"/>
          <p:cNvSpPr>
            <a:spLocks noGrp="1"/>
          </p:cNvSpPr>
          <p:nvPr>
            <p:ph type="ftr" sz="quarter" idx="13"/>
          </p:nvPr>
        </p:nvSpPr>
        <p:spPr/>
        <p:txBody>
          <a:bodyPr/>
          <a:lstStyle/>
          <a:p>
            <a:endParaRPr lang="en-GB" dirty="0"/>
          </a:p>
        </p:txBody>
      </p:sp>
    </p:spTree>
    <p:extLst>
      <p:ext uri="{BB962C8B-B14F-4D97-AF65-F5344CB8AC3E}">
        <p14:creationId xmlns:p14="http://schemas.microsoft.com/office/powerpoint/2010/main" val="1534947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9" name="Hvid baggrund"/>
          <p:cNvSpPr/>
          <p:nvPr userDrawn="1"/>
        </p:nvSpPr>
        <p:spPr bwMode="auto">
          <a:xfrm>
            <a:off x="0" y="0"/>
            <a:ext cx="12188825" cy="5897563"/>
          </a:xfrm>
          <a:prstGeom prst="rect">
            <a:avLst/>
          </a:prstGeom>
          <a:solidFill>
            <a:schemeClr val="bg1"/>
          </a:solidFill>
          <a:ln w="1778"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0" name="Slide Number Placeholder 9"/>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3"/>
          </p:nvPr>
        </p:nvSpPr>
        <p:spPr/>
        <p:txBody>
          <a:bodyPr/>
          <a:lstStyle/>
          <a:p>
            <a:fld id="{78417F83-4CBA-48F2-BAD0-783AE3701E32}" type="datetimeFigureOut">
              <a:rPr lang="en-GB" smtClean="0"/>
              <a:pPr/>
              <a:t>16/02/2026</a:t>
            </a:fld>
            <a:endParaRPr lang="en-GB" dirty="0"/>
          </a:p>
        </p:txBody>
      </p:sp>
      <p:sp>
        <p:nvSpPr>
          <p:cNvPr id="8" name="Footer Placeholder 7" hidden="1"/>
          <p:cNvSpPr>
            <a:spLocks noGrp="1"/>
          </p:cNvSpPr>
          <p:nvPr>
            <p:ph type="ftr" sz="quarter" idx="14"/>
          </p:nvPr>
        </p:nvSpPr>
        <p:spPr/>
        <p:txBody>
          <a:bodyPr/>
          <a:lstStyle/>
          <a:p>
            <a:endParaRPr lang="en-GB" dirty="0"/>
          </a:p>
        </p:txBody>
      </p:sp>
      <p:sp>
        <p:nvSpPr>
          <p:cNvPr id="11" name="Text Placeholder 61"/>
          <p:cNvSpPr>
            <a:spLocks noGrp="1"/>
          </p:cNvSpPr>
          <p:nvPr>
            <p:ph type="body" sz="quarter" idx="16" hasCustomPrompt="1"/>
          </p:nvPr>
        </p:nvSpPr>
        <p:spPr>
          <a:xfrm>
            <a:off x="1845940" y="1412776"/>
            <a:ext cx="8496944" cy="3744416"/>
          </a:xfrm>
        </p:spPr>
        <p:txBody>
          <a:bodyPr/>
          <a:lstStyle>
            <a:lvl1pPr marL="432000" indent="-432000" algn="ctr">
              <a:lnSpc>
                <a:spcPct val="107000"/>
              </a:lnSpc>
              <a:buSzPct val="250000"/>
              <a:buFontTx/>
              <a:buBlip>
                <a:blip r:embed="rId2"/>
              </a:buBlip>
              <a:defRPr sz="2800">
                <a:latin typeface="Georgia" panose="02040502050405020303" pitchFamily="18" charset="0"/>
              </a:defRPr>
            </a:lvl1pPr>
            <a:lvl2pPr marL="216000" indent="-216000" algn="ctr">
              <a:lnSpc>
                <a:spcPct val="99000"/>
              </a:lnSpc>
              <a:buFont typeface="Arial" panose="020B0604020202020204" pitchFamily="34" charset="0"/>
              <a:buChar char="-"/>
              <a:defRPr sz="2000" cap="all" baseline="0">
                <a:latin typeface="Georgia" panose="02040502050405020303" pitchFamily="18" charset="0"/>
              </a:defRPr>
            </a:lvl2pPr>
            <a:lvl3pPr algn="ctr">
              <a:buFontTx/>
              <a:buNone/>
              <a:defRPr/>
            </a:lvl3pPr>
          </a:lstStyle>
          <a:p>
            <a:pPr lvl="0"/>
            <a:r>
              <a:rPr lang="en-GB" dirty="0"/>
              <a:t>Click to add Quote text, for next level ENTER and TAB</a:t>
            </a:r>
            <a:endParaRPr lang="en-GB"/>
          </a:p>
          <a:p>
            <a:pPr lvl="1"/>
            <a:r>
              <a:rPr lang="en-GB" dirty="0"/>
              <a:t>Second level</a:t>
            </a:r>
            <a:endParaRPr lang="en-GB"/>
          </a:p>
          <a:p>
            <a:pPr lvl="2"/>
            <a:endParaRPr lang="en-GB" dirty="0"/>
          </a:p>
        </p:txBody>
      </p:sp>
    </p:spTree>
    <p:extLst>
      <p:ext uri="{BB962C8B-B14F-4D97-AF65-F5344CB8AC3E}">
        <p14:creationId xmlns:p14="http://schemas.microsoft.com/office/powerpoint/2010/main" val="1796140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and Quote slide">
    <p:spTree>
      <p:nvGrpSpPr>
        <p:cNvPr id="1" name=""/>
        <p:cNvGrpSpPr/>
        <p:nvPr/>
      </p:nvGrpSpPr>
      <p:grpSpPr>
        <a:xfrm>
          <a:off x="0" y="0"/>
          <a:ext cx="0" cy="0"/>
          <a:chOff x="0" y="0"/>
          <a:chExt cx="0" cy="0"/>
        </a:xfrm>
      </p:grpSpPr>
      <p:sp>
        <p:nvSpPr>
          <p:cNvPr id="8" name="Hvid baggrund"/>
          <p:cNvSpPr/>
          <p:nvPr userDrawn="1"/>
        </p:nvSpPr>
        <p:spPr bwMode="auto">
          <a:xfrm>
            <a:off x="0" y="0"/>
            <a:ext cx="12188825" cy="5897563"/>
          </a:xfrm>
          <a:prstGeom prst="rect">
            <a:avLst/>
          </a:prstGeom>
          <a:solidFill>
            <a:schemeClr val="bg1"/>
          </a:solidFill>
          <a:ln w="1778"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5" name="Title 1"/>
          <p:cNvSpPr>
            <a:spLocks noGrp="1"/>
          </p:cNvSpPr>
          <p:nvPr>
            <p:ph type="title"/>
          </p:nvPr>
        </p:nvSpPr>
        <p:spPr>
          <a:xfrm>
            <a:off x="315913" y="230400"/>
            <a:ext cx="11563200" cy="752400"/>
          </a:xfrm>
        </p:spPr>
        <p:txBody>
          <a:bodyPr anchor="t" anchorCtr="0"/>
          <a:lstStyle/>
          <a:p>
            <a:r>
              <a:rPr lang="en-GB" dirty="0"/>
              <a:t>Click to edit Master title style</a:t>
            </a:r>
            <a:endParaRPr lang="en-GB"/>
          </a:p>
        </p:txBody>
      </p:sp>
      <p:sp>
        <p:nvSpPr>
          <p:cNvPr id="7" name="Text Placeholder 2"/>
          <p:cNvSpPr>
            <a:spLocks noGrp="1"/>
          </p:cNvSpPr>
          <p:nvPr>
            <p:ph type="body" sz="quarter" idx="11" hasCustomPrompt="1"/>
          </p:nvPr>
        </p:nvSpPr>
        <p:spPr>
          <a:xfrm>
            <a:off x="2998068" y="1853461"/>
            <a:ext cx="6264696" cy="2725288"/>
          </a:xfrm>
        </p:spPr>
        <p:txBody>
          <a:bodyPr/>
          <a:lstStyle>
            <a:lvl1pPr marL="432000" indent="-432000" algn="ctr">
              <a:lnSpc>
                <a:spcPct val="107000"/>
              </a:lnSpc>
              <a:buSzPct val="250000"/>
              <a:buFontTx/>
              <a:buBlip>
                <a:blip r:embed="rId2"/>
              </a:buBlip>
              <a:defRPr sz="2800">
                <a:latin typeface="Georgia" panose="02040502050405020303" pitchFamily="18" charset="0"/>
              </a:defRPr>
            </a:lvl1pPr>
            <a:lvl2pPr marL="216000" indent="-216000" algn="ctr">
              <a:lnSpc>
                <a:spcPct val="99000"/>
              </a:lnSpc>
              <a:buFont typeface="Arial" panose="020B0604020202020204" pitchFamily="34" charset="0"/>
              <a:buChar char="-"/>
              <a:defRPr sz="2000" cap="all" baseline="0">
                <a:latin typeface="Georgia" panose="02040502050405020303" pitchFamily="18" charset="0"/>
              </a:defRPr>
            </a:lvl2pPr>
            <a:lvl3pPr marL="576000" indent="0">
              <a:buNone/>
              <a:defRPr/>
            </a:lvl3pPr>
          </a:lstStyle>
          <a:p>
            <a:pPr lvl="0"/>
            <a:r>
              <a:rPr lang="en-GB" dirty="0"/>
              <a:t>Click to add Quote text, for next level ENTER and TAB</a:t>
            </a:r>
            <a:endParaRPr lang="en-GB"/>
          </a:p>
          <a:p>
            <a:pPr lvl="1"/>
            <a:r>
              <a:rPr lang="en-GB" dirty="0"/>
              <a:t>Second level</a:t>
            </a:r>
            <a:endParaRPr lang="en-GB"/>
          </a:p>
        </p:txBody>
      </p:sp>
      <p:sp>
        <p:nvSpPr>
          <p:cNvPr id="11" name="Slide Number Placeholder 10"/>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3"/>
          </p:nvPr>
        </p:nvSpPr>
        <p:spPr/>
        <p:txBody>
          <a:bodyPr/>
          <a:lstStyle/>
          <a:p>
            <a:fld id="{78417F83-4CBA-48F2-BAD0-783AE3701E32}" type="datetimeFigureOut">
              <a:rPr lang="en-GB" smtClean="0"/>
              <a:pPr/>
              <a:t>16/02/2026</a:t>
            </a:fld>
            <a:endParaRPr lang="en-GB" dirty="0"/>
          </a:p>
        </p:txBody>
      </p:sp>
      <p:sp>
        <p:nvSpPr>
          <p:cNvPr id="10" name="Footer Placeholder 9" hidden="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495154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slide content">
    <p:spTree>
      <p:nvGrpSpPr>
        <p:cNvPr id="1" name=""/>
        <p:cNvGrpSpPr/>
        <p:nvPr/>
      </p:nvGrpSpPr>
      <p:grpSpPr>
        <a:xfrm>
          <a:off x="0" y="0"/>
          <a:ext cx="0" cy="0"/>
          <a:chOff x="0" y="0"/>
          <a:chExt cx="0" cy="0"/>
        </a:xfrm>
      </p:grpSpPr>
      <p:sp>
        <p:nvSpPr>
          <p:cNvPr id="5" name="Content Placeholder 1"/>
          <p:cNvSpPr>
            <a:spLocks noGrp="1"/>
          </p:cNvSpPr>
          <p:nvPr>
            <p:ph sz="quarter" idx="12"/>
          </p:nvPr>
        </p:nvSpPr>
        <p:spPr>
          <a:xfrm>
            <a:off x="328613" y="328612"/>
            <a:ext cx="11550650" cy="6213475"/>
          </a:xfrm>
        </p:spPr>
        <p:txBody>
          <a:body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8" name="Slide Number Placeholder 7"/>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3"/>
          </p:nvPr>
        </p:nvSpPr>
        <p:spPr/>
        <p:txBody>
          <a:bodyPr/>
          <a:lstStyle/>
          <a:p>
            <a:fld id="{78417F83-4CBA-48F2-BAD0-783AE3701E32}" type="datetimeFigureOut">
              <a:rPr lang="en-GB" smtClean="0"/>
              <a:pPr/>
              <a:t>16/02/2026</a:t>
            </a:fld>
            <a:endParaRPr lang="en-GB" dirty="0"/>
          </a:p>
        </p:txBody>
      </p:sp>
      <p:sp>
        <p:nvSpPr>
          <p:cNvPr id="7" name="Footer Placeholder 6" hidden="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78156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endParaRPr lang="en-GB"/>
          </a:p>
        </p:txBody>
      </p:sp>
      <p:sp>
        <p:nvSpPr>
          <p:cNvPr id="6" name="TextBox 5"/>
          <p:cNvSpPr txBox="1"/>
          <p:nvPr userDrawn="1"/>
        </p:nvSpPr>
        <p:spPr>
          <a:xfrm>
            <a:off x="-2160355" y="1022476"/>
            <a:ext cx="2012649" cy="473425"/>
          </a:xfrm>
          <a:prstGeom prst="rect">
            <a:avLst/>
          </a:prstGeom>
          <a:noFill/>
        </p:spPr>
        <p:txBody>
          <a:bodyPr wrap="square" lIns="0" tIns="0" rIns="0" bIns="0" rtlCol="0">
            <a:noAutofit/>
          </a:bodyPr>
          <a:lstStyle/>
          <a:p>
            <a:pPr algn="r">
              <a:lnSpc>
                <a:spcPct val="100000"/>
              </a:lnSpc>
            </a:pPr>
            <a:r>
              <a:rPr lang="en-GB" sz="1000" noProof="1">
                <a:solidFill>
                  <a:schemeClr val="tx1">
                    <a:lumMod val="75000"/>
                    <a:lumOff val="25000"/>
                  </a:schemeClr>
                </a:solidFill>
              </a:rPr>
              <a:t>Ændr 2. linje i overskriften </a:t>
            </a:r>
            <a:br>
              <a:rPr lang="en-GB" sz="1000" noProof="1">
                <a:solidFill>
                  <a:schemeClr val="tx1">
                    <a:lumMod val="75000"/>
                    <a:lumOff val="25000"/>
                  </a:schemeClr>
                </a:solidFill>
              </a:rPr>
            </a:br>
            <a:r>
              <a:rPr lang="en-GB" sz="1000" noProof="1">
                <a:solidFill>
                  <a:schemeClr val="tx1">
                    <a:lumMod val="75000"/>
                    <a:lumOff val="25000"/>
                  </a:schemeClr>
                </a:solidFill>
              </a:rPr>
              <a:t>til AU Passata Light</a:t>
            </a:r>
            <a:endParaRPr lang="en-GB" sz="4799" dirty="0"/>
          </a:p>
        </p:txBody>
      </p:sp>
      <p:sp>
        <p:nvSpPr>
          <p:cNvPr id="9" name="Slide Number Placeholder 8"/>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0"/>
          </p:nvPr>
        </p:nvSpPr>
        <p:spPr/>
        <p:txBody>
          <a:bodyPr/>
          <a:lstStyle/>
          <a:p>
            <a:fld id="{78417F83-4CBA-48F2-BAD0-783AE3701E32}" type="datetimeFigureOut">
              <a:rPr lang="en-GB" smtClean="0"/>
              <a:pPr/>
              <a:t>16/02/2026</a:t>
            </a:fld>
            <a:endParaRPr lang="en-GB" dirty="0"/>
          </a:p>
        </p:txBody>
      </p:sp>
      <p:sp>
        <p:nvSpPr>
          <p:cNvPr id="8" name="Footer Placeholder 7" hidden="1"/>
          <p:cNvSpPr>
            <a:spLocks noGrp="1"/>
          </p:cNvSpPr>
          <p:nvPr>
            <p:ph type="ftr" sz="quarter" idx="11"/>
          </p:nvPr>
        </p:nvSpPr>
        <p:spPr/>
        <p:txBody>
          <a:bodyPr/>
          <a:lstStyle/>
          <a:p>
            <a:endParaRPr lang="en-GB"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3" name="Rectangle 2"/>
          <p:cNvSpPr/>
          <p:nvPr userDrawn="1"/>
        </p:nvSpPr>
        <p:spPr bwMode="auto">
          <a:xfrm>
            <a:off x="765820" y="1340768"/>
            <a:ext cx="1224136" cy="504056"/>
          </a:xfrm>
          <a:prstGeom prst="rect">
            <a:avLst/>
          </a:prstGeom>
          <a:solidFill>
            <a:schemeClr val="bg1"/>
          </a:solidFill>
          <a:ln w="1778"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5" name="Slide Number Placeholder 4"/>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2" name="Date Placeholder 1" hidden="1"/>
          <p:cNvSpPr>
            <a:spLocks noGrp="1"/>
          </p:cNvSpPr>
          <p:nvPr>
            <p:ph type="dt" sz="half" idx="10"/>
          </p:nvPr>
        </p:nvSpPr>
        <p:spPr/>
        <p:txBody>
          <a:bodyPr/>
          <a:lstStyle/>
          <a:p>
            <a:fld id="{78417F83-4CBA-48F2-BAD0-783AE3701E32}" type="datetimeFigureOut">
              <a:rPr lang="en-GB" smtClean="0"/>
              <a:pPr/>
              <a:t>16/02/2026</a:t>
            </a:fld>
            <a:endParaRPr lang="en-GB" dirty="0"/>
          </a:p>
        </p:txBody>
      </p:sp>
      <p:sp>
        <p:nvSpPr>
          <p:cNvPr id="4" name="Footer Placeholder 3" hidden="1"/>
          <p:cNvSpPr>
            <a:spLocks noGrp="1"/>
          </p:cNvSpPr>
          <p:nvPr>
            <p:ph type="ftr" sz="quarter" idx="11"/>
          </p:nvPr>
        </p:nvSpPr>
        <p:spPr/>
        <p:txBody>
          <a:bodyPr/>
          <a:lstStyle/>
          <a:p>
            <a:endParaRPr lang="en-GB"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slide Logo">
    <p:bg>
      <p:bgPr>
        <a:solidFill>
          <a:schemeClr val="bg1"/>
        </a:solidFill>
        <a:effectLst/>
      </p:bgPr>
    </p:bg>
    <p:spTree>
      <p:nvGrpSpPr>
        <p:cNvPr id="1" name=""/>
        <p:cNvGrpSpPr/>
        <p:nvPr/>
      </p:nvGrpSpPr>
      <p:grpSpPr>
        <a:xfrm>
          <a:off x="0" y="0"/>
          <a:ext cx="0" cy="0"/>
          <a:chOff x="0" y="0"/>
          <a:chExt cx="0" cy="0"/>
        </a:xfrm>
      </p:grpSpPr>
      <p:sp>
        <p:nvSpPr>
          <p:cNvPr id="8"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pic>
        <p:nvPicPr>
          <p:cNvPr id="6"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28776" y="2163364"/>
            <a:ext cx="2531272" cy="2531272"/>
          </a:xfrm>
          <a:prstGeom prst="rect">
            <a:avLst/>
          </a:prstGeom>
        </p:spPr>
      </p:pic>
      <p:sp>
        <p:nvSpPr>
          <p:cNvPr id="5" name="Date Placeholder 4" hidden="1"/>
          <p:cNvSpPr>
            <a:spLocks noGrp="1"/>
          </p:cNvSpPr>
          <p:nvPr>
            <p:ph type="dt" sz="half" idx="10"/>
          </p:nvPr>
        </p:nvSpPr>
        <p:spPr/>
        <p:txBody>
          <a:bodyPr/>
          <a:lstStyle/>
          <a:p>
            <a:fld id="{78417F83-4CBA-48F2-BAD0-783AE3701E32}" type="datetimeFigureOut">
              <a:rPr lang="en-GB" smtClean="0"/>
              <a:pPr/>
              <a:t>16/02/2026</a:t>
            </a:fld>
            <a:endParaRPr lang="en-GB" dirty="0"/>
          </a:p>
        </p:txBody>
      </p:sp>
      <p:sp>
        <p:nvSpPr>
          <p:cNvPr id="7" name="Footer Placeholder 6" hidden="1"/>
          <p:cNvSpPr>
            <a:spLocks noGrp="1"/>
          </p:cNvSpPr>
          <p:nvPr>
            <p:ph type="ftr" sz="quarter" idx="11"/>
          </p:nvPr>
        </p:nvSpPr>
        <p:spPr/>
        <p:txBody>
          <a:bodyPr/>
          <a:lstStyle/>
          <a:p>
            <a:endParaRPr lang="en-GB" dirty="0"/>
          </a:p>
        </p:txBody>
      </p:sp>
      <p:sp>
        <p:nvSpPr>
          <p:cNvPr id="9" name="Slide Number Placeholder 8" hidden="1"/>
          <p:cNvSpPr>
            <a:spLocks noGrp="1"/>
          </p:cNvSpPr>
          <p:nvPr>
            <p:ph type="sldNum" sz="quarter" idx="12"/>
          </p:nvPr>
        </p:nvSpPr>
        <p:spPr>
          <a:xfrm>
            <a:off x="0" y="7020000"/>
            <a:ext cx="0" cy="426079"/>
          </a:xfrm>
        </p:spPr>
        <p:txBody>
          <a:bodyPr/>
          <a:lstStyle>
            <a:lvl1pPr>
              <a:defRPr sz="100">
                <a:no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3797440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sp>
        <p:nvSpPr>
          <p:cNvPr id="16"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sp>
        <p:nvSpPr>
          <p:cNvPr id="34" name="Pladsholder til tekst 2"/>
          <p:cNvSpPr txBox="1">
            <a:spLocks/>
          </p:cNvSpPr>
          <p:nvPr userDrawn="1"/>
        </p:nvSpPr>
        <p:spPr>
          <a:xfrm>
            <a:off x="1090914" y="2098689"/>
            <a:ext cx="12745416" cy="1329861"/>
          </a:xfrm>
          <a:prstGeom prst="rect">
            <a:avLst/>
          </a:prstGeom>
        </p:spPr>
        <p:txBody>
          <a:bodyPr wrap="square" lIns="0" tIns="0" rIns="0" bIns="21600">
            <a:spAutoFit/>
          </a:bodyPr>
          <a:lstStyle>
            <a:lvl1pPr marL="0" indent="0" algn="l" rtl="0" eaLnBrk="1" fontAlgn="base" hangingPunct="1">
              <a:lnSpc>
                <a:spcPct val="95000"/>
              </a:lnSpc>
              <a:spcBef>
                <a:spcPts val="600"/>
              </a:spcBef>
              <a:spcAft>
                <a:spcPct val="0"/>
              </a:spcAft>
              <a:buClr>
                <a:schemeClr val="accent3"/>
              </a:buClr>
              <a:buSzPct val="75000"/>
              <a:buFont typeface="Wingdings 3" pitchFamily="18" charset="2"/>
              <a:buNone/>
              <a:defRPr sz="2200">
                <a:solidFill>
                  <a:schemeClr val="bg1"/>
                </a:solidFill>
                <a:latin typeface="AU Peto" panose="040C0B07020602020301" pitchFamily="82" charset="0"/>
                <a:ea typeface="AU Peto" panose="040C0B07020602020301" pitchFamily="82" charset="0"/>
                <a:cs typeface="+mn-cs"/>
              </a:defRPr>
            </a:lvl1pPr>
            <a:lvl2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2pPr>
            <a:lvl3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3pPr>
            <a:lvl4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4pPr>
            <a:lvl5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5pPr>
            <a:lvl6pPr marL="13525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6pPr>
            <a:lvl7pPr marL="18097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7pPr>
            <a:lvl8pPr marL="22669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8pPr>
            <a:lvl9pPr marL="27241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9pPr>
          </a:lstStyle>
          <a:p>
            <a:pPr>
              <a:lnSpc>
                <a:spcPct val="85000"/>
              </a:lnSpc>
            </a:pPr>
            <a:r>
              <a:rPr lang="en-GB" sz="10000" kern="0" dirty="0">
                <a:solidFill>
                  <a:schemeClr val="accent6"/>
                </a:solidFill>
                <a:latin typeface="AU Peto" panose="040C0B07020602020301" pitchFamily="82" charset="0"/>
              </a:rPr>
              <a:t>Aarhus</a:t>
            </a:r>
            <a:endParaRPr lang="en-GB"/>
          </a:p>
        </p:txBody>
      </p:sp>
      <p:sp>
        <p:nvSpPr>
          <p:cNvPr id="6" name="Pladsholder til tekst 2"/>
          <p:cNvSpPr txBox="1">
            <a:spLocks/>
          </p:cNvSpPr>
          <p:nvPr userDrawn="1"/>
        </p:nvSpPr>
        <p:spPr>
          <a:xfrm>
            <a:off x="7439540" y="2093600"/>
            <a:ext cx="4356484" cy="1329861"/>
          </a:xfrm>
          <a:prstGeom prst="rect">
            <a:avLst/>
          </a:prstGeom>
        </p:spPr>
        <p:txBody>
          <a:bodyPr wrap="square" lIns="0" tIns="0" rIns="0" bIns="21600">
            <a:spAutoFit/>
          </a:bodyPr>
          <a:lstStyle>
            <a:lvl1pPr marL="0" indent="0" algn="l" rtl="0" eaLnBrk="1" fontAlgn="base" hangingPunct="1">
              <a:lnSpc>
                <a:spcPct val="95000"/>
              </a:lnSpc>
              <a:spcBef>
                <a:spcPts val="600"/>
              </a:spcBef>
              <a:spcAft>
                <a:spcPct val="0"/>
              </a:spcAft>
              <a:buClr>
                <a:schemeClr val="accent3"/>
              </a:buClr>
              <a:buSzPct val="75000"/>
              <a:buFont typeface="Wingdings 3" pitchFamily="18" charset="2"/>
              <a:buNone/>
              <a:defRPr sz="2200">
                <a:solidFill>
                  <a:schemeClr val="bg1"/>
                </a:solidFill>
                <a:latin typeface="AU Peto" panose="040C0B07020602020301" pitchFamily="82" charset="0"/>
                <a:ea typeface="AU Peto" panose="040C0B07020602020301" pitchFamily="82" charset="0"/>
                <a:cs typeface="+mn-cs"/>
              </a:defRPr>
            </a:lvl1pPr>
            <a:lvl2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2pPr>
            <a:lvl3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3pPr>
            <a:lvl4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4pPr>
            <a:lvl5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5pPr>
            <a:lvl6pPr marL="13525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6pPr>
            <a:lvl7pPr marL="18097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7pPr>
            <a:lvl8pPr marL="22669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8pPr>
            <a:lvl9pPr marL="27241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9pPr>
          </a:lstStyle>
          <a:p>
            <a:pPr>
              <a:lnSpc>
                <a:spcPct val="85000"/>
              </a:lnSpc>
            </a:pPr>
            <a:r>
              <a:rPr lang="en-GB" sz="10000" kern="0" dirty="0" err="1">
                <a:solidFill>
                  <a:schemeClr val="bg1"/>
                </a:solidFill>
                <a:latin typeface="AU Peto" panose="040C0B07020602020301" pitchFamily="82" charset="0"/>
              </a:rPr>
              <a:t>uni</a:t>
            </a:r>
            <a:endParaRPr lang="en-GB" sz="10000" kern="0" dirty="0">
              <a:solidFill>
                <a:schemeClr val="bg1"/>
              </a:solidFill>
              <a:latin typeface="AU Peto" panose="040C0B07020602020301" pitchFamily="82" charset="0"/>
            </a:endParaRPr>
          </a:p>
        </p:txBody>
      </p:sp>
      <p:sp>
        <p:nvSpPr>
          <p:cNvPr id="7" name="Pladsholder til tekst 2"/>
          <p:cNvSpPr txBox="1">
            <a:spLocks/>
          </p:cNvSpPr>
          <p:nvPr userDrawn="1"/>
        </p:nvSpPr>
        <p:spPr>
          <a:xfrm>
            <a:off x="1881492" y="3428550"/>
            <a:ext cx="9289032" cy="1329861"/>
          </a:xfrm>
          <a:prstGeom prst="rect">
            <a:avLst/>
          </a:prstGeom>
        </p:spPr>
        <p:txBody>
          <a:bodyPr wrap="square" lIns="0" tIns="0" rIns="0" bIns="21600">
            <a:spAutoFit/>
          </a:bodyPr>
          <a:lstStyle>
            <a:lvl1pPr marL="0" indent="0" algn="l" rtl="0" eaLnBrk="1" fontAlgn="base" hangingPunct="1">
              <a:lnSpc>
                <a:spcPct val="95000"/>
              </a:lnSpc>
              <a:spcBef>
                <a:spcPts val="600"/>
              </a:spcBef>
              <a:spcAft>
                <a:spcPct val="0"/>
              </a:spcAft>
              <a:buClr>
                <a:schemeClr val="accent3"/>
              </a:buClr>
              <a:buSzPct val="75000"/>
              <a:buFont typeface="Wingdings 3" pitchFamily="18" charset="2"/>
              <a:buNone/>
              <a:defRPr sz="2200">
                <a:solidFill>
                  <a:schemeClr val="bg1"/>
                </a:solidFill>
                <a:latin typeface="AU Peto" panose="040C0B07020602020301" pitchFamily="82" charset="0"/>
                <a:ea typeface="AU Peto" panose="040C0B07020602020301" pitchFamily="82" charset="0"/>
                <a:cs typeface="+mn-cs"/>
              </a:defRPr>
            </a:lvl1pPr>
            <a:lvl2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2pPr>
            <a:lvl3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3pPr>
            <a:lvl4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4pPr>
            <a:lvl5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5pPr>
            <a:lvl6pPr marL="13525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6pPr>
            <a:lvl7pPr marL="18097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7pPr>
            <a:lvl8pPr marL="22669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8pPr>
            <a:lvl9pPr marL="27241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9pPr>
          </a:lstStyle>
          <a:p>
            <a:pPr algn="ctr">
              <a:lnSpc>
                <a:spcPct val="85000"/>
              </a:lnSpc>
            </a:pPr>
            <a:r>
              <a:rPr lang="en-GB" sz="10000" kern="0" dirty="0" err="1">
                <a:solidFill>
                  <a:schemeClr val="bg1"/>
                </a:solidFill>
                <a:latin typeface="AU Peto" panose="040C0B07020602020301" pitchFamily="82" charset="0"/>
              </a:rPr>
              <a:t>versiet</a:t>
            </a:r>
            <a:endParaRPr lang="en-GB" sz="10000" dirty="0">
              <a:solidFill>
                <a:schemeClr val="bg1"/>
              </a:solidFill>
              <a:latin typeface="AU Peto" panose="040C0B07020602020301" pitchFamily="82" charset="0"/>
            </a:endParaRPr>
          </a:p>
        </p:txBody>
      </p:sp>
      <p:sp>
        <p:nvSpPr>
          <p:cNvPr id="8" name="Date Placeholder 4" hidden="1"/>
          <p:cNvSpPr>
            <a:spLocks noGrp="1"/>
          </p:cNvSpPr>
          <p:nvPr>
            <p:ph type="dt" sz="half" idx="10"/>
          </p:nvPr>
        </p:nvSpPr>
        <p:spPr>
          <a:xfrm>
            <a:off x="0" y="7020000"/>
            <a:ext cx="0" cy="0"/>
          </a:xfrm>
        </p:spPr>
        <p:txBody>
          <a:bodyPr/>
          <a:lstStyle/>
          <a:p>
            <a:fld id="{78417F83-4CBA-48F2-BAD0-783AE3701E32}" type="datetimeFigureOut">
              <a:rPr lang="en-GB" smtClean="0"/>
              <a:pPr/>
              <a:t>16/02/2026</a:t>
            </a:fld>
            <a:endParaRPr lang="en-GB" dirty="0"/>
          </a:p>
        </p:txBody>
      </p:sp>
      <p:sp>
        <p:nvSpPr>
          <p:cNvPr id="9" name="Footer Placeholder 6" hidden="1"/>
          <p:cNvSpPr>
            <a:spLocks noGrp="1"/>
          </p:cNvSpPr>
          <p:nvPr>
            <p:ph type="ftr" sz="quarter" idx="11"/>
          </p:nvPr>
        </p:nvSpPr>
        <p:spPr>
          <a:xfrm>
            <a:off x="0" y="7020000"/>
            <a:ext cx="0" cy="0"/>
          </a:xfrm>
        </p:spPr>
        <p:txBody>
          <a:bodyPr/>
          <a:lstStyle/>
          <a:p>
            <a:endParaRPr lang="en-GB" dirty="0"/>
          </a:p>
        </p:txBody>
      </p:sp>
      <p:sp>
        <p:nvSpPr>
          <p:cNvPr id="10" name="Slide Number Placeholder 8" hidden="1"/>
          <p:cNvSpPr>
            <a:spLocks noGrp="1"/>
          </p:cNvSpPr>
          <p:nvPr>
            <p:ph type="sldNum" sz="quarter" idx="12"/>
          </p:nvPr>
        </p:nvSpPr>
        <p:spPr>
          <a:xfrm>
            <a:off x="0" y="7020000"/>
            <a:ext cx="0" cy="426079"/>
          </a:xfrm>
        </p:spPr>
        <p:txBody>
          <a:bodyPr/>
          <a:lstStyle>
            <a:lvl1pPr>
              <a:defRPr sz="100">
                <a:no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9262406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nd slide Aarhus Universitet">
    <p:bg>
      <p:bgPr>
        <a:solidFill>
          <a:schemeClr val="bg1"/>
        </a:solidFill>
        <a:effectLst/>
      </p:bgPr>
    </p:bg>
    <p:spTree>
      <p:nvGrpSpPr>
        <p:cNvPr id="1" name=""/>
        <p:cNvGrpSpPr/>
        <p:nvPr/>
      </p:nvGrpSpPr>
      <p:grpSpPr>
        <a:xfrm>
          <a:off x="0" y="0"/>
          <a:ext cx="0" cy="0"/>
          <a:chOff x="0" y="0"/>
          <a:chExt cx="0" cy="0"/>
        </a:xfrm>
      </p:grpSpPr>
      <p:sp>
        <p:nvSpPr>
          <p:cNvPr id="7" name="Date Placeholder 4" hidden="1"/>
          <p:cNvSpPr>
            <a:spLocks noGrp="1"/>
          </p:cNvSpPr>
          <p:nvPr>
            <p:ph type="dt" sz="half" idx="10"/>
          </p:nvPr>
        </p:nvSpPr>
        <p:spPr>
          <a:xfrm>
            <a:off x="0" y="7020000"/>
            <a:ext cx="0" cy="0"/>
          </a:xfrm>
        </p:spPr>
        <p:txBody>
          <a:bodyPr/>
          <a:lstStyle/>
          <a:p>
            <a:fld id="{78417F83-4CBA-48F2-BAD0-783AE3701E32}" type="datetimeFigureOut">
              <a:rPr lang="en-GB" smtClean="0"/>
              <a:pPr/>
              <a:t>16/02/2026</a:t>
            </a:fld>
            <a:endParaRPr lang="en-GB" dirty="0"/>
          </a:p>
        </p:txBody>
      </p:sp>
      <p:sp>
        <p:nvSpPr>
          <p:cNvPr id="9" name="Footer Placeholder 6" hidden="1"/>
          <p:cNvSpPr>
            <a:spLocks noGrp="1"/>
          </p:cNvSpPr>
          <p:nvPr>
            <p:ph type="ftr" sz="quarter" idx="11"/>
          </p:nvPr>
        </p:nvSpPr>
        <p:spPr>
          <a:xfrm>
            <a:off x="0" y="7020000"/>
            <a:ext cx="0" cy="0"/>
          </a:xfrm>
        </p:spPr>
        <p:txBody>
          <a:bodyPr/>
          <a:lstStyle/>
          <a:p>
            <a:endParaRPr lang="en-GB" dirty="0"/>
          </a:p>
        </p:txBody>
      </p:sp>
      <p:sp>
        <p:nvSpPr>
          <p:cNvPr id="10" name="Slide Number Placeholder 8" hidden="1"/>
          <p:cNvSpPr>
            <a:spLocks noGrp="1"/>
          </p:cNvSpPr>
          <p:nvPr>
            <p:ph type="sldNum" sz="quarter" idx="12"/>
          </p:nvPr>
        </p:nvSpPr>
        <p:spPr>
          <a:xfrm>
            <a:off x="0" y="7020000"/>
            <a:ext cx="0" cy="426079"/>
          </a:xfrm>
        </p:spPr>
        <p:txBody>
          <a:bodyPr/>
          <a:lstStyle>
            <a:lvl1pPr>
              <a:defRPr sz="100">
                <a:noFill/>
              </a:defRPr>
            </a:lvl1pPr>
          </a:lstStyle>
          <a:p>
            <a:pPr>
              <a:defRPr/>
            </a:pPr>
            <a:fld id="{E90C1E0A-682D-40DC-B1EA-26C007FDC330}" type="slidenum">
              <a:rPr lang="en-GB" smtClean="0"/>
              <a:pPr>
                <a:defRPr/>
              </a:pPr>
              <a:t>‹nr.›</a:t>
            </a:fld>
            <a:endParaRPr lang="en-GB" dirty="0"/>
          </a:p>
        </p:txBody>
      </p:sp>
      <p:sp>
        <p:nvSpPr>
          <p:cNvPr id="8"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sp>
        <p:nvSpPr>
          <p:cNvPr id="5" name="LAN_AUWBreak" descr="{&quot;templafy&quot;:{&quot;id&quot;:&quot;0772ae4b-7ee0-4c1b-9f91-ad9e9011d5ec&quot;}}"/>
          <p:cNvSpPr/>
          <p:nvPr userDrawn="1"/>
        </p:nvSpPr>
        <p:spPr bwMode="auto">
          <a:xfrm>
            <a:off x="6022613" y="2804400"/>
            <a:ext cx="1753685" cy="739391"/>
          </a:xfrm>
          <a:prstGeom prst="rect">
            <a:avLst/>
          </a:prstGeom>
          <a:noFill/>
          <a:ln w="1778" cap="flat" cmpd="sng" algn="ctr">
            <a:noFill/>
            <a:prstDash val="solid"/>
            <a:round/>
            <a:headEnd type="none" w="med" len="med"/>
            <a:tailEnd type="none" w="med" len="med"/>
          </a:ln>
          <a:effectLst/>
        </p:spPr>
        <p:txBody>
          <a:bodyPr vert="horz" wrap="none" lIns="0" tIns="183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4000" b="0" i="0" u="none" strike="noStrike" cap="all" normalizeH="0" baseline="0" noProof="1">
                <a:ln>
                  <a:noFill/>
                </a:ln>
                <a:solidFill>
                  <a:schemeClr val="bg1"/>
                </a:solidFill>
                <a:effectLst/>
                <a:latin typeface="AU Passata" pitchFamily="34" charset="0"/>
              </a:rPr>
              <a:t>Health</a:t>
            </a:r>
          </a:p>
        </p:txBody>
      </p:sp>
      <p:pic>
        <p:nvPicPr>
          <p:cNvPr id="6" name="Logo white"/>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18268" y="2864711"/>
            <a:ext cx="2228400" cy="1116990"/>
          </a:xfrm>
          <a:prstGeom prst="rect">
            <a:avLst/>
          </a:prstGeom>
        </p:spPr>
      </p:pic>
    </p:spTree>
    <p:extLst>
      <p:ext uri="{BB962C8B-B14F-4D97-AF65-F5344CB8AC3E}">
        <p14:creationId xmlns:p14="http://schemas.microsoft.com/office/powerpoint/2010/main" val="4128896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2"/>
          </p:nvPr>
        </p:nvSpPr>
        <p:spPr>
          <a:xfrm>
            <a:off x="0" y="6858000"/>
            <a:ext cx="0" cy="0"/>
          </a:xfrm>
          <a:prstGeom prst="rect">
            <a:avLst/>
          </a:prstGeom>
        </p:spPr>
        <p:txBody>
          <a:bodyPr vert="horz" lIns="91440" tIns="45720" rIns="91440" bIns="45720" rtlCol="0" anchor="ctr"/>
          <a:lstStyle>
            <a:lvl1pPr algn="l">
              <a:defRPr sz="100">
                <a:noFill/>
              </a:defRPr>
            </a:lvl1pPr>
          </a:lstStyle>
          <a:p>
            <a:fld id="{78417F83-4CBA-48F2-BAD0-783AE3701E32}" type="datetimeFigureOut">
              <a:rPr lang="en-GB" smtClean="0"/>
              <a:pPr/>
              <a:t>16/02/2026</a:t>
            </a:fld>
            <a:endParaRPr lang="en-GB" dirty="0"/>
          </a:p>
        </p:txBody>
      </p:sp>
      <p:sp>
        <p:nvSpPr>
          <p:cNvPr id="3" name="Footer Placeholder 2" hidden="1"/>
          <p:cNvSpPr>
            <a:spLocks noGrp="1" noRot="1" noMove="1" noResize="1" noEditPoints="1" noAdjustHandles="1" noChangeArrowheads="1" noChangeShapeType="1"/>
          </p:cNvSpPr>
          <p:nvPr>
            <p:ph type="ftr" sz="quarter" idx="3"/>
          </p:nvPr>
        </p:nvSpPr>
        <p:spPr>
          <a:xfrm>
            <a:off x="0" y="6858000"/>
            <a:ext cx="0" cy="0"/>
          </a:xfrm>
          <a:prstGeom prst="rect">
            <a:avLst/>
          </a:prstGeom>
        </p:spPr>
        <p:txBody>
          <a:bodyPr vert="horz" lIns="91440" tIns="45720" rIns="91440" bIns="45720" rtlCol="0" anchor="ctr"/>
          <a:lstStyle>
            <a:lvl1pPr algn="ctr">
              <a:defRPr sz="100">
                <a:noFill/>
              </a:defRPr>
            </a:lvl1pPr>
          </a:lstStyle>
          <a:p>
            <a:endParaRPr lang="en-GB" dirty="0"/>
          </a:p>
        </p:txBody>
      </p:sp>
      <p:sp>
        <p:nvSpPr>
          <p:cNvPr id="23" name="Black Rectangle"/>
          <p:cNvSpPr/>
          <p:nvPr userDrawn="1"/>
        </p:nvSpPr>
        <p:spPr>
          <a:xfrm>
            <a:off x="989440" y="1663088"/>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pic>
        <p:nvPicPr>
          <p:cNvPr id="7" name="Au logo"/>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302400" y="5999002"/>
            <a:ext cx="557570" cy="558000"/>
          </a:xfrm>
          <a:prstGeom prst="rect">
            <a:avLst/>
          </a:prstGeom>
        </p:spPr>
      </p:pic>
      <p:pic>
        <p:nvPicPr>
          <p:cNvPr id="10" name="Billede streg"/>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6073200" y="5997600"/>
            <a:ext cx="71734" cy="558000"/>
          </a:xfrm>
          <a:prstGeom prst="rect">
            <a:avLst/>
          </a:prstGeom>
        </p:spPr>
      </p:pic>
      <p:sp>
        <p:nvSpPr>
          <p:cNvPr id="1027" name="Placeholder title 1"/>
          <p:cNvSpPr>
            <a:spLocks noGrp="1" noChangeArrowheads="1"/>
          </p:cNvSpPr>
          <p:nvPr>
            <p:ph type="title"/>
          </p:nvPr>
        </p:nvSpPr>
        <p:spPr bwMode="auto">
          <a:xfrm>
            <a:off x="315913" y="149115"/>
            <a:ext cx="11557000" cy="130932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noProof="0" dirty="0"/>
              <a:t>Click to edit Master title style</a:t>
            </a:r>
            <a:endParaRPr lang="en-GB"/>
          </a:p>
        </p:txBody>
      </p:sp>
      <p:sp>
        <p:nvSpPr>
          <p:cNvPr id="1028" name="Rectangle 2"/>
          <p:cNvSpPr>
            <a:spLocks noGrp="1" noChangeArrowheads="1"/>
          </p:cNvSpPr>
          <p:nvPr>
            <p:ph type="body" idx="1"/>
          </p:nvPr>
        </p:nvSpPr>
        <p:spPr bwMode="auto">
          <a:xfrm>
            <a:off x="985838" y="1960079"/>
            <a:ext cx="10220325" cy="39374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a:p>
            <a:pPr lvl="5"/>
            <a:r>
              <a:rPr lang="en-GB" noProof="0" dirty="0"/>
              <a:t>6 level</a:t>
            </a:r>
            <a:endParaRPr lang="en-GB"/>
          </a:p>
          <a:p>
            <a:pPr lvl="6"/>
            <a:r>
              <a:rPr lang="en-GB" noProof="0" dirty="0"/>
              <a:t>7 level</a:t>
            </a:r>
            <a:endParaRPr lang="en-GB"/>
          </a:p>
          <a:p>
            <a:pPr lvl="7"/>
            <a:r>
              <a:rPr lang="en-GB" noProof="0" dirty="0"/>
              <a:t>8 level</a:t>
            </a:r>
            <a:endParaRPr lang="en-GB"/>
          </a:p>
          <a:p>
            <a:pPr lvl="8"/>
            <a:r>
              <a:rPr lang="en-GB" noProof="0" dirty="0"/>
              <a:t>9 level</a:t>
            </a:r>
            <a:endParaRPr lang="en-GB"/>
          </a:p>
        </p:txBody>
      </p:sp>
      <p:sp>
        <p:nvSpPr>
          <p:cNvPr id="5" name="Date_DateCustomA" descr="{&quot;templafy&quot;:{&quot;id&quot;:&quot;90e08d4c-977e-48db-8b70-c5e09fd05960&quot;}}">
            <a:extLst>
              <a:ext uri="{FF2B5EF4-FFF2-40B4-BE49-F238E27FC236}">
                <a16:creationId xmlns:a16="http://schemas.microsoft.com/office/drawing/2014/main" id="{2DB864AE-EC00-948C-4AD8-CC3FC72BC82F}"/>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tx1"/>
                </a:solidFill>
                <a:latin typeface="+mn-lt"/>
              </a:rPr>
              <a:t>16. February 2026</a:t>
            </a:r>
          </a:p>
        </p:txBody>
      </p:sp>
      <p:sp>
        <p:nvSpPr>
          <p:cNvPr id="4" name="FLD_Event" descr="{&quot;templafy&quot;:{&quot;id&quot;:&quot;7f4e4151-26e3-4085-ae19-af441646f91d&quot;}}">
            <a:extLst>
              <a:ext uri="{FF2B5EF4-FFF2-40B4-BE49-F238E27FC236}">
                <a16:creationId xmlns:a16="http://schemas.microsoft.com/office/drawing/2014/main" id="{D0C255F4-97F5-2F16-C830-C233FA325C15}"/>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tx1"/>
                </a:solidFill>
                <a:latin typeface="+mn-lt"/>
              </a:rPr>
              <a:t>TVÆRS-gruppemøde</a:t>
            </a:r>
          </a:p>
        </p:txBody>
      </p:sp>
      <p:sp>
        <p:nvSpPr>
          <p:cNvPr id="28" name="USR_Title" descr="{&quot;templafy&quot;:{&quot;id&quot;:&quot;cf4915ce-1e0e-430c-ba70-c67092f926e7&quot;}}"/>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r>
              <a:rPr lang="en-GB" sz="700" b="0" cap="all" baseline="0" dirty="0">
                <a:solidFill>
                  <a:schemeClr val="tx1"/>
                </a:solidFill>
                <a:latin typeface="+mn-lt"/>
              </a:rPr>
              <a:t>MD, PhD Student</a:t>
            </a:r>
          </a:p>
        </p:txBody>
      </p:sp>
      <p:sp>
        <p:nvSpPr>
          <p:cNvPr id="21" name="USR_Name" descr="{&quot;templafy&quot;:{&quot;id&quot;:&quot;68143466-0a57-4e1f-ae55-c56cc9f90969&quot;}}"/>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r>
              <a:rPr lang="en-GB" sz="700" b="0" cap="all" baseline="0" dirty="0">
                <a:solidFill>
                  <a:schemeClr val="tx1"/>
                </a:solidFill>
                <a:latin typeface="+mn-lt"/>
              </a:rPr>
              <a:t>Cecilie Sonne Lindberg</a:t>
            </a:r>
          </a:p>
        </p:txBody>
      </p:sp>
      <p:pic>
        <p:nvPicPr>
          <p:cNvPr id="1317150813" name="SecondaryLogo_sort" descr="{&quot;templafy&quot;:{&quot;id&quot;:&quot;9c966cc1-163c-4fc2-8b5e-32bc88c920a2&quot;}}"/>
          <p:cNvPicPr>
            <a:picLocks noChangeAspect="1"/>
          </p:cNvPicPr>
          <p:nvPr/>
        </p:nvPicPr>
        <p:blipFill>
          <a:blip r:embed="rId24"/>
          <a:stretch>
            <a:fillRect/>
          </a:stretch>
        </p:blipFill>
        <p:spPr>
          <a:xfrm>
            <a:off x="10206000" y="5999002"/>
            <a:ext cx="1659600" cy="558000"/>
          </a:xfrm>
          <a:prstGeom prst="rect">
            <a:avLst/>
          </a:prstGeom>
        </p:spPr>
      </p:pic>
      <p:sp>
        <p:nvSpPr>
          <p:cNvPr id="25" name="OFF_logo2Computed" descr="{&quot;templafy&quot;:{&quot;id&quot;:&quot;996b121c-0c5c-454c-9194-bb5fc828fc28&quot;}}"/>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tx1"/>
                </a:solidFill>
                <a:latin typeface="AU Passata Light" pitchFamily="34" charset="0"/>
              </a:rPr>
              <a:t>Aarhus University</a:t>
            </a:r>
          </a:p>
        </p:txBody>
      </p:sp>
      <p:sp>
        <p:nvSpPr>
          <p:cNvPr id="26" name="OFF_logo1Computed" descr="{&quot;templafy&quot;:{&quot;id&quot;:&quot;1f80c732-4b7f-48de-94e5-8c547ccd0303&quot;}}"/>
          <p:cNvSpPr/>
          <p:nvPr userDrawn="1"/>
        </p:nvSpPr>
        <p:spPr bwMode="auto">
          <a:xfrm>
            <a:off x="971999" y="5997600"/>
            <a:ext cx="448841"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tx1"/>
                </a:solidFill>
                <a:effectLst/>
                <a:latin typeface="AU Passata" pitchFamily="34" charset="0"/>
              </a:rPr>
              <a:t>Health</a:t>
            </a:r>
          </a:p>
        </p:txBody>
      </p:sp>
      <p:sp>
        <p:nvSpPr>
          <p:cNvPr id="1030" name="Sidetal"/>
          <p:cNvSpPr>
            <a:spLocks noGrp="1" noChangeArrowheads="1"/>
          </p:cNvSpPr>
          <p:nvPr>
            <p:ph type="sldNum" sz="quarter" idx="4"/>
          </p:nvPr>
        </p:nvSpPr>
        <p:spPr bwMode="auto">
          <a:xfrm>
            <a:off x="11807992" y="6581497"/>
            <a:ext cx="252000" cy="135422"/>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r">
              <a:lnSpc>
                <a:spcPts val="1200"/>
              </a:lnSpc>
              <a:buFontTx/>
              <a:buNone/>
              <a:defRPr sz="700" spc="40" baseline="0">
                <a:solidFill>
                  <a:schemeClr val="tx1"/>
                </a:solidFill>
                <a:latin typeface="+mn-lt"/>
              </a:defRPr>
            </a:lvl1pPr>
          </a:lstStyle>
          <a:p>
            <a:pPr>
              <a:defRPr/>
            </a:pPr>
            <a:fld id="{E90C1E0A-682D-40DC-B1EA-26C007FDC330}" type="slidenum">
              <a:rPr lang="en-GB" smtClean="0"/>
              <a:pPr>
                <a:defRPr/>
              </a:pPr>
              <a:t>‹nr.›</a:t>
            </a:fld>
            <a:endParaRPr lang="en-GB" dirty="0"/>
          </a:p>
        </p:txBody>
      </p:sp>
    </p:spTree>
  </p:cSld>
  <p:clrMap bg1="lt1" tx1="dk1" bg2="lt2" tx2="dk2" accent1="accent1" accent2="accent2" accent3="accent3" accent4="accent4" accent5="accent5" accent6="accent6" hlink="hlink" folHlink="folHlink"/>
  <p:sldLayoutIdLst>
    <p:sldLayoutId id="2147483659" r:id="rId1"/>
    <p:sldLayoutId id="2147483656" r:id="rId2"/>
    <p:sldLayoutId id="2147483673" r:id="rId3"/>
    <p:sldLayoutId id="2147483666" r:id="rId4"/>
    <p:sldLayoutId id="2147483662" r:id="rId5"/>
    <p:sldLayoutId id="2147483649" r:id="rId6"/>
    <p:sldLayoutId id="2147483669" r:id="rId7"/>
    <p:sldLayoutId id="2147483661" r:id="rId8"/>
    <p:sldLayoutId id="2147483668" r:id="rId9"/>
    <p:sldLayoutId id="2147483663" r:id="rId10"/>
    <p:sldLayoutId id="2147483670" r:id="rId11"/>
    <p:sldLayoutId id="2147483654" r:id="rId12"/>
    <p:sldLayoutId id="2147483664" r:id="rId13"/>
    <p:sldLayoutId id="2147483671" r:id="rId14"/>
    <p:sldLayoutId id="2147483650" r:id="rId15"/>
    <p:sldLayoutId id="2147483655" r:id="rId16"/>
    <p:sldLayoutId id="2147483651" r:id="rId17"/>
    <p:sldLayoutId id="2147483672" r:id="rId18"/>
    <p:sldLayoutId id="2147483678" r:id="rId19"/>
    <p:sldLayoutId id="2147483658" r:id="rId20"/>
  </p:sldLayoutIdLst>
  <p:hf sldNum="0" hdr="0" ftr="0"/>
  <p:txStyles>
    <p:titleStyle>
      <a:lvl1pPr algn="l" rtl="0" eaLnBrk="1" fontAlgn="base" hangingPunct="1">
        <a:lnSpc>
          <a:spcPct val="89000"/>
        </a:lnSpc>
        <a:spcBef>
          <a:spcPct val="0"/>
        </a:spcBef>
        <a:spcAft>
          <a:spcPct val="0"/>
        </a:spcAft>
        <a:defRPr sz="4500" b="1" cap="all" baseline="0">
          <a:solidFill>
            <a:schemeClr val="tx1"/>
          </a:solidFill>
          <a:latin typeface="+mj-lt"/>
          <a:ea typeface="+mj-ea"/>
          <a:cs typeface="+mj-cs"/>
        </a:defRPr>
      </a:lvl1pPr>
      <a:lvl2pPr algn="l" rtl="0" eaLnBrk="1" fontAlgn="base" hangingPunct="1">
        <a:lnSpc>
          <a:spcPct val="83000"/>
        </a:lnSpc>
        <a:spcBef>
          <a:spcPct val="0"/>
        </a:spcBef>
        <a:spcAft>
          <a:spcPct val="0"/>
        </a:spcAft>
        <a:defRPr sz="4000">
          <a:solidFill>
            <a:schemeClr val="bg2"/>
          </a:solidFill>
          <a:latin typeface="AU Passata" pitchFamily="34" charset="0"/>
        </a:defRPr>
      </a:lvl2pPr>
      <a:lvl3pPr algn="l" rtl="0" eaLnBrk="1" fontAlgn="base" hangingPunct="1">
        <a:lnSpc>
          <a:spcPct val="83000"/>
        </a:lnSpc>
        <a:spcBef>
          <a:spcPct val="0"/>
        </a:spcBef>
        <a:spcAft>
          <a:spcPct val="0"/>
        </a:spcAft>
        <a:defRPr sz="4000">
          <a:solidFill>
            <a:schemeClr val="bg2"/>
          </a:solidFill>
          <a:latin typeface="AU Passata" pitchFamily="34" charset="0"/>
        </a:defRPr>
      </a:lvl3pPr>
      <a:lvl4pPr algn="l" rtl="0" eaLnBrk="1" fontAlgn="base" hangingPunct="1">
        <a:lnSpc>
          <a:spcPct val="83000"/>
        </a:lnSpc>
        <a:spcBef>
          <a:spcPct val="0"/>
        </a:spcBef>
        <a:spcAft>
          <a:spcPct val="0"/>
        </a:spcAft>
        <a:defRPr sz="4000">
          <a:solidFill>
            <a:schemeClr val="bg2"/>
          </a:solidFill>
          <a:latin typeface="AU Passata" pitchFamily="34" charset="0"/>
        </a:defRPr>
      </a:lvl4pPr>
      <a:lvl5pPr algn="l" rtl="0" eaLnBrk="1" fontAlgn="base" hangingPunct="1">
        <a:lnSpc>
          <a:spcPct val="83000"/>
        </a:lnSpc>
        <a:spcBef>
          <a:spcPct val="0"/>
        </a:spcBef>
        <a:spcAft>
          <a:spcPct val="0"/>
        </a:spcAft>
        <a:defRPr sz="4000">
          <a:solidFill>
            <a:schemeClr val="bg2"/>
          </a:solidFill>
          <a:latin typeface="AU Passata" pitchFamily="34" charset="0"/>
        </a:defRPr>
      </a:lvl5pPr>
      <a:lvl6pPr marL="457200" algn="l" rtl="0" eaLnBrk="1" fontAlgn="base" hangingPunct="1">
        <a:lnSpc>
          <a:spcPct val="83000"/>
        </a:lnSpc>
        <a:spcBef>
          <a:spcPct val="0"/>
        </a:spcBef>
        <a:spcAft>
          <a:spcPct val="0"/>
        </a:spcAft>
        <a:defRPr sz="4000">
          <a:solidFill>
            <a:schemeClr val="bg2"/>
          </a:solidFill>
          <a:latin typeface="AU Passata" pitchFamily="34" charset="0"/>
        </a:defRPr>
      </a:lvl6pPr>
      <a:lvl7pPr marL="914400" algn="l" rtl="0" eaLnBrk="1" fontAlgn="base" hangingPunct="1">
        <a:lnSpc>
          <a:spcPct val="83000"/>
        </a:lnSpc>
        <a:spcBef>
          <a:spcPct val="0"/>
        </a:spcBef>
        <a:spcAft>
          <a:spcPct val="0"/>
        </a:spcAft>
        <a:defRPr sz="4000">
          <a:solidFill>
            <a:schemeClr val="bg2"/>
          </a:solidFill>
          <a:latin typeface="AU Passata" pitchFamily="34" charset="0"/>
        </a:defRPr>
      </a:lvl7pPr>
      <a:lvl8pPr marL="1371600" algn="l" rtl="0" eaLnBrk="1" fontAlgn="base" hangingPunct="1">
        <a:lnSpc>
          <a:spcPct val="83000"/>
        </a:lnSpc>
        <a:spcBef>
          <a:spcPct val="0"/>
        </a:spcBef>
        <a:spcAft>
          <a:spcPct val="0"/>
        </a:spcAft>
        <a:defRPr sz="4000">
          <a:solidFill>
            <a:schemeClr val="bg2"/>
          </a:solidFill>
          <a:latin typeface="AU Passata" pitchFamily="34" charset="0"/>
        </a:defRPr>
      </a:lvl8pPr>
      <a:lvl9pPr marL="1828800" algn="l" rtl="0" eaLnBrk="1" fontAlgn="base" hangingPunct="1">
        <a:lnSpc>
          <a:spcPct val="83000"/>
        </a:lnSpc>
        <a:spcBef>
          <a:spcPct val="0"/>
        </a:spcBef>
        <a:spcAft>
          <a:spcPct val="0"/>
        </a:spcAft>
        <a:defRPr sz="4000">
          <a:solidFill>
            <a:schemeClr val="bg2"/>
          </a:solidFill>
          <a:latin typeface="AU Passata" pitchFamily="34" charset="0"/>
        </a:defRPr>
      </a:lvl9pPr>
    </p:titleStyle>
    <p:bodyStyle>
      <a:lvl1pPr marL="0" indent="0" algn="l" rtl="0" eaLnBrk="1" fontAlgn="base" hangingPunct="1">
        <a:lnSpc>
          <a:spcPct val="99000"/>
        </a:lnSpc>
        <a:spcBef>
          <a:spcPts val="600"/>
        </a:spcBef>
        <a:spcAft>
          <a:spcPct val="0"/>
        </a:spcAft>
        <a:buClr>
          <a:schemeClr val="tx1"/>
        </a:buClr>
        <a:buSzPct val="100000"/>
        <a:buFont typeface="Calibri" panose="020F0502020204030204" pitchFamily="34" charset="0"/>
        <a:buChar char="​"/>
        <a:defRPr sz="2000" b="0">
          <a:solidFill>
            <a:schemeClr val="tx1"/>
          </a:solidFill>
          <a:latin typeface="+mn-lt"/>
          <a:ea typeface="+mn-ea"/>
          <a:cs typeface="+mn-cs"/>
        </a:defRPr>
      </a:lvl1pPr>
      <a:lvl2pPr marL="432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2pPr>
      <a:lvl3pPr marL="756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3pPr>
      <a:lvl4pPr marL="1152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4pPr>
      <a:lvl5pPr marL="1512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5pPr>
      <a:lvl6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6pPr>
      <a:lvl7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7pPr>
      <a:lvl8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8pPr>
      <a:lvl9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3715" userDrawn="1">
          <p15:clr>
            <a:srgbClr val="000000"/>
          </p15:clr>
        </p15:guide>
        <p15:guide id="5" orient="horz" pos="4131" userDrawn="1">
          <p15:clr>
            <a:srgbClr val="A4A3A4"/>
          </p15:clr>
        </p15:guide>
        <p15:guide id="6" pos="7479" userDrawn="1">
          <p15:clr>
            <a:srgbClr val="A4A3A4"/>
          </p15:clr>
        </p15:guide>
        <p15:guide id="7" orient="horz" pos="1234" userDrawn="1">
          <p15:clr>
            <a:srgbClr val="000000"/>
          </p15:clr>
        </p15:guide>
        <p15:guide id="8" pos="7059" userDrawn="1">
          <p15:clr>
            <a:srgbClr val="000000"/>
          </p15:clr>
        </p15:guide>
        <p15:guide id="9" pos="199" userDrawn="1">
          <p15:clr>
            <a:srgbClr val="A4A3A4"/>
          </p15:clr>
        </p15:guide>
        <p15:guide id="10" pos="621" userDrawn="1">
          <p15:clr>
            <a:srgbClr val="000000"/>
          </p15:clr>
        </p15:guide>
        <p15:guide id="11" orient="horz" pos="199"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customXml" Target="../../customXml/item4.xml"/><Relationship Id="rId1" Type="http://schemas.openxmlformats.org/officeDocument/2006/relationships/customXml" Target="../../customXml/item3.xml"/><Relationship Id="rId5" Type="http://schemas.openxmlformats.org/officeDocument/2006/relationships/image" Target="../media/image11.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customXml" Target="../../customXml/item6.xml"/><Relationship Id="rId1" Type="http://schemas.openxmlformats.org/officeDocument/2006/relationships/customXml" Target="../../customXml/item5.xml"/><Relationship Id="rId5" Type="http://schemas.openxmlformats.org/officeDocument/2006/relationships/image" Target="../media/image11.png"/><Relationship Id="rId4"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customXml" Target="../../customXml/item8.xml"/><Relationship Id="rId1" Type="http://schemas.openxmlformats.org/officeDocument/2006/relationships/customXml" Target="../../customXml/item7.xml"/><Relationship Id="rId6" Type="http://schemas.openxmlformats.org/officeDocument/2006/relationships/image" Target="../media/image11.png"/><Relationship Id="rId5" Type="http://schemas.openxmlformats.org/officeDocument/2006/relationships/notesSlide" Target="../notesSlides/notesSlide1.xml"/><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customXml" Target="../../customXml/item10.xml"/><Relationship Id="rId1" Type="http://schemas.openxmlformats.org/officeDocument/2006/relationships/customXml" Target="../../customXml/item9.xml"/><Relationship Id="rId6" Type="http://schemas.openxmlformats.org/officeDocument/2006/relationships/image" Target="../media/image11.png"/><Relationship Id="rId5" Type="http://schemas.openxmlformats.org/officeDocument/2006/relationships/notesSlide" Target="../notesSlides/notesSlide2.xml"/><Relationship Id="rId4"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customXml" Target="../../customXml/item12.xml"/><Relationship Id="rId1" Type="http://schemas.openxmlformats.org/officeDocument/2006/relationships/customXml" Target="../../customXml/item11.xml"/><Relationship Id="rId6" Type="http://schemas.openxmlformats.org/officeDocument/2006/relationships/image" Target="../media/image11.png"/><Relationship Id="rId5" Type="http://schemas.openxmlformats.org/officeDocument/2006/relationships/notesSlide" Target="../notesSlides/notesSlide3.xml"/><Relationship Id="rId4"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customXml" Target="../../customXml/item14.xml"/><Relationship Id="rId1" Type="http://schemas.openxmlformats.org/officeDocument/2006/relationships/customXml" Target="../../customXml/item13.xml"/><Relationship Id="rId6" Type="http://schemas.openxmlformats.org/officeDocument/2006/relationships/image" Target="../media/image11.png"/><Relationship Id="rId5" Type="http://schemas.openxmlformats.org/officeDocument/2006/relationships/notesSlide" Target="../notesSlides/notesSlide4.xml"/><Relationship Id="rId4"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customXml" Target="../../customXml/item16.xml"/><Relationship Id="rId1" Type="http://schemas.openxmlformats.org/officeDocument/2006/relationships/customXml" Target="../../customXml/item15.xml"/><Relationship Id="rId6" Type="http://schemas.openxmlformats.org/officeDocument/2006/relationships/image" Target="../media/image11.png"/><Relationship Id="rId5" Type="http://schemas.openxmlformats.org/officeDocument/2006/relationships/notesSlide" Target="../notesSlides/notesSlide5.xml"/><Relationship Id="rId4"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customXml" Target="../../customXml/item18.xml"/><Relationship Id="rId1" Type="http://schemas.openxmlformats.org/officeDocument/2006/relationships/customXml" Target="../../customXml/item17.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customXml" Target="../../customXml/item20.xml"/><Relationship Id="rId1" Type="http://schemas.openxmlformats.org/officeDocument/2006/relationships/customXml" Target="../../customXml/item19.xml"/><Relationship Id="rId5" Type="http://schemas.openxmlformats.org/officeDocument/2006/relationships/image" Target="../media/image11.png"/><Relationship Id="rId4"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tags" Target="../tags/tag10.xml"/><Relationship Id="rId7" Type="http://schemas.microsoft.com/office/2007/relationships/hdphoto" Target="../media/hdphoto1.wdp"/><Relationship Id="rId2" Type="http://schemas.openxmlformats.org/officeDocument/2006/relationships/customXml" Target="../../customXml/item22.xml"/><Relationship Id="rId1" Type="http://schemas.openxmlformats.org/officeDocument/2006/relationships/customXml" Target="../../customXml/item21.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1.xml"/><Relationship Id="rId7" Type="http://schemas.microsoft.com/office/2007/relationships/hdphoto" Target="../media/hdphoto1.wdp"/><Relationship Id="rId2" Type="http://schemas.openxmlformats.org/officeDocument/2006/relationships/customXml" Target="../../customXml/item24.xml"/><Relationship Id="rId1" Type="http://schemas.openxmlformats.org/officeDocument/2006/relationships/customXml" Target="../../customXml/item23.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slideLayout" Target="../slideLayouts/slideLayout4.xml"/><Relationship Id="rId9"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customXml" Target="../../customXml/item26.xml"/><Relationship Id="rId1" Type="http://schemas.openxmlformats.org/officeDocument/2006/relationships/customXml" Target="../../customXml/item25.xml"/><Relationship Id="rId5" Type="http://schemas.openxmlformats.org/officeDocument/2006/relationships/image" Target="../media/image11.png"/><Relationship Id="rId4"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customXml" Target="../../customXml/item28.xml"/><Relationship Id="rId1" Type="http://schemas.openxmlformats.org/officeDocument/2006/relationships/customXml" Target="../../customXml/item27.xml"/><Relationship Id="rId5" Type="http://schemas.openxmlformats.org/officeDocument/2006/relationships/notesSlide" Target="../notesSlides/notesSlide6.xml"/><Relationship Id="rId4"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985838" y="2399243"/>
            <a:ext cx="10220325" cy="1828193"/>
          </a:xfrm>
        </p:spPr>
        <p:txBody>
          <a:bodyPr/>
          <a:lstStyle/>
          <a:p>
            <a:pPr algn="ctr"/>
            <a:r>
              <a:rPr lang="en-GB" sz="4400" noProof="0" dirty="0" err="1"/>
              <a:t>Svær</a:t>
            </a:r>
            <a:r>
              <a:rPr lang="en-GB" sz="4400" noProof="0" dirty="0"/>
              <a:t> </a:t>
            </a:r>
            <a:r>
              <a:rPr lang="en-GB" sz="4400" noProof="0" dirty="0" err="1"/>
              <a:t>overvægt</a:t>
            </a:r>
            <a:r>
              <a:rPr lang="en-GB" sz="4400" noProof="0" dirty="0"/>
              <a:t>, </a:t>
            </a:r>
            <a:br>
              <a:rPr lang="en-GB" sz="4400" noProof="0" dirty="0"/>
            </a:br>
            <a:r>
              <a:rPr lang="en-GB" sz="4400" noProof="0" dirty="0" err="1"/>
              <a:t>stigmatisering</a:t>
            </a:r>
            <a:r>
              <a:rPr lang="en-GB" sz="4400" noProof="0" dirty="0"/>
              <a:t>, </a:t>
            </a:r>
            <a:r>
              <a:rPr lang="en-GB" sz="4400" noProof="0" dirty="0" err="1"/>
              <a:t>mentalt</a:t>
            </a:r>
            <a:r>
              <a:rPr lang="en-GB" sz="4400" noProof="0" dirty="0"/>
              <a:t> </a:t>
            </a:r>
            <a:r>
              <a:rPr lang="en-GB" sz="4400" noProof="0" dirty="0" err="1"/>
              <a:t>helbred</a:t>
            </a:r>
            <a:r>
              <a:rPr lang="en-GB" sz="4400" noProof="0" dirty="0"/>
              <a:t> </a:t>
            </a:r>
            <a:r>
              <a:rPr lang="en-GB" sz="4400" noProof="0" dirty="0" err="1"/>
              <a:t>og</a:t>
            </a:r>
            <a:r>
              <a:rPr lang="en-GB" sz="4400" noProof="0" dirty="0"/>
              <a:t> </a:t>
            </a:r>
            <a:r>
              <a:rPr lang="en-GB" sz="4400" noProof="0" dirty="0" err="1"/>
              <a:t>kræftDiagnostik</a:t>
            </a:r>
            <a:r>
              <a:rPr lang="en-GB" sz="4400" noProof="0" dirty="0"/>
              <a:t> </a:t>
            </a:r>
          </a:p>
        </p:txBody>
      </p:sp>
      <p:pic>
        <p:nvPicPr>
          <p:cNvPr id="3" name="Billede 2" descr="Et billede, der indeholder tekst, Font/skrifttype, Grafik, skærmbillede&#10;&#10;AI-genereret indhold kan være ukorrekt.">
            <a:extLst>
              <a:ext uri="{FF2B5EF4-FFF2-40B4-BE49-F238E27FC236}">
                <a16:creationId xmlns:a16="http://schemas.microsoft.com/office/drawing/2014/main" id="{C66EF8FD-1A13-38C7-40AB-E354B3C9993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
        <p:nvSpPr>
          <p:cNvPr id="5" name="Tekstfelt 4">
            <a:extLst>
              <a:ext uri="{FF2B5EF4-FFF2-40B4-BE49-F238E27FC236}">
                <a16:creationId xmlns:a16="http://schemas.microsoft.com/office/drawing/2014/main" id="{9DDAF782-16F3-8875-0785-B82F24C10ED4}"/>
              </a:ext>
            </a:extLst>
          </p:cNvPr>
          <p:cNvSpPr txBox="1"/>
          <p:nvPr/>
        </p:nvSpPr>
        <p:spPr>
          <a:xfrm>
            <a:off x="9622804" y="4679468"/>
            <a:ext cx="3528392" cy="2163669"/>
          </a:xfrm>
          <a:prstGeom prst="rect">
            <a:avLst/>
          </a:prstGeom>
          <a:noFill/>
        </p:spPr>
        <p:txBody>
          <a:bodyPr wrap="square" lIns="0" tIns="0" rIns="0" bIns="0" rtlCol="0">
            <a:spAutoFit/>
          </a:bodyPr>
          <a:lstStyle/>
          <a:p>
            <a:pPr>
              <a:lnSpc>
                <a:spcPct val="95000"/>
              </a:lnSpc>
            </a:pPr>
            <a:r>
              <a:rPr lang="da-DK" sz="1200" dirty="0">
                <a:solidFill>
                  <a:schemeClr val="bg1"/>
                </a:solidFill>
                <a:latin typeface="+mn-lt"/>
              </a:rPr>
              <a:t>Hovedvejleder: </a:t>
            </a:r>
            <a:br>
              <a:rPr lang="da-DK" sz="1200" dirty="0">
                <a:solidFill>
                  <a:schemeClr val="bg1"/>
                </a:solidFill>
                <a:latin typeface="+mn-lt"/>
              </a:rPr>
            </a:br>
            <a:r>
              <a:rPr lang="da-DK" sz="1200" dirty="0">
                <a:solidFill>
                  <a:schemeClr val="bg1"/>
                </a:solidFill>
                <a:latin typeface="+mn-lt"/>
              </a:rPr>
              <a:t>Annelli Sandbæk</a:t>
            </a:r>
          </a:p>
          <a:p>
            <a:pPr>
              <a:lnSpc>
                <a:spcPct val="95000"/>
              </a:lnSpc>
            </a:pPr>
            <a:endParaRPr lang="da-DK" sz="1200" dirty="0">
              <a:solidFill>
                <a:schemeClr val="bg1"/>
              </a:solidFill>
              <a:latin typeface="+mn-lt"/>
            </a:endParaRPr>
          </a:p>
          <a:p>
            <a:pPr>
              <a:lnSpc>
                <a:spcPct val="95000"/>
              </a:lnSpc>
            </a:pPr>
            <a:r>
              <a:rPr lang="da-DK" sz="1200" dirty="0">
                <a:solidFill>
                  <a:schemeClr val="bg1"/>
                </a:solidFill>
                <a:latin typeface="+mn-lt"/>
              </a:rPr>
              <a:t>Medvejledere: </a:t>
            </a:r>
            <a:br>
              <a:rPr lang="da-DK" sz="1200" dirty="0">
                <a:solidFill>
                  <a:schemeClr val="bg1"/>
                </a:solidFill>
                <a:latin typeface="+mn-lt"/>
              </a:rPr>
            </a:br>
            <a:r>
              <a:rPr lang="da-DK" sz="1200" dirty="0">
                <a:solidFill>
                  <a:schemeClr val="bg1"/>
                </a:solidFill>
                <a:latin typeface="+mn-lt"/>
              </a:rPr>
              <a:t>Tinne Laurberg</a:t>
            </a:r>
            <a:br>
              <a:rPr lang="da-DK" sz="1200" dirty="0">
                <a:solidFill>
                  <a:schemeClr val="bg1"/>
                </a:solidFill>
                <a:latin typeface="+mn-lt"/>
              </a:rPr>
            </a:br>
            <a:r>
              <a:rPr lang="da-DK" sz="1200" dirty="0">
                <a:solidFill>
                  <a:schemeClr val="bg1"/>
                </a:solidFill>
                <a:latin typeface="+mn-lt"/>
              </a:rPr>
              <a:t>Sigrid Gribsholt</a:t>
            </a:r>
            <a:br>
              <a:rPr lang="da-DK" sz="1200" dirty="0">
                <a:solidFill>
                  <a:schemeClr val="bg1"/>
                </a:solidFill>
                <a:latin typeface="+mn-lt"/>
              </a:rPr>
            </a:br>
            <a:r>
              <a:rPr lang="da-DK" sz="1200" dirty="0">
                <a:solidFill>
                  <a:schemeClr val="bg1"/>
                </a:solidFill>
                <a:latin typeface="+mn-lt"/>
              </a:rPr>
              <a:t>Jens Meldgaard Bruun</a:t>
            </a:r>
            <a:br>
              <a:rPr lang="da-DK" sz="1200" dirty="0">
                <a:solidFill>
                  <a:schemeClr val="bg1"/>
                </a:solidFill>
                <a:latin typeface="+mn-lt"/>
              </a:rPr>
            </a:br>
            <a:endParaRPr lang="da-DK" sz="1200" dirty="0">
              <a:solidFill>
                <a:schemeClr val="bg1"/>
              </a:solidFill>
              <a:latin typeface="+mn-lt"/>
            </a:endParaRPr>
          </a:p>
          <a:p>
            <a:pPr>
              <a:lnSpc>
                <a:spcPct val="95000"/>
              </a:lnSpc>
            </a:pPr>
            <a:r>
              <a:rPr lang="da-DK" sz="1200" dirty="0">
                <a:solidFill>
                  <a:schemeClr val="bg1"/>
                </a:solidFill>
                <a:latin typeface="+mn-lt"/>
              </a:rPr>
              <a:t>Projektgruppe:</a:t>
            </a:r>
          </a:p>
          <a:p>
            <a:pPr>
              <a:lnSpc>
                <a:spcPct val="95000"/>
              </a:lnSpc>
            </a:pPr>
            <a:r>
              <a:rPr lang="da-DK" sz="1200" dirty="0">
                <a:solidFill>
                  <a:schemeClr val="bg1"/>
                </a:solidFill>
                <a:latin typeface="+mn-lt"/>
              </a:rPr>
              <a:t>Pernille Andreassen </a:t>
            </a:r>
          </a:p>
          <a:p>
            <a:pPr>
              <a:lnSpc>
                <a:spcPct val="95000"/>
              </a:lnSpc>
            </a:pPr>
            <a:r>
              <a:rPr lang="da-DK" sz="1200" dirty="0">
                <a:solidFill>
                  <a:schemeClr val="bg1"/>
                </a:solidFill>
                <a:latin typeface="+mn-lt"/>
              </a:rPr>
              <a:t>Sissel Due Jensen</a:t>
            </a:r>
          </a:p>
          <a:p>
            <a:pPr>
              <a:lnSpc>
                <a:spcPct val="95000"/>
              </a:lnSpc>
            </a:pPr>
            <a:endParaRPr lang="da-DK" sz="1600" dirty="0">
              <a:solidFill>
                <a:schemeClr val="bg1"/>
              </a:solidFill>
              <a:latin typeface="+mn-lt"/>
            </a:endParaRPr>
          </a:p>
        </p:txBody>
      </p:sp>
    </p:spTree>
    <p:custDataLst>
      <p:custData r:id="rId1"/>
      <p:custData r:id="rId2"/>
      <p:tags r:id="rId3"/>
    </p:custDataLst>
    <p:extLst>
      <p:ext uri="{BB962C8B-B14F-4D97-AF65-F5344CB8AC3E}">
        <p14:creationId xmlns:p14="http://schemas.microsoft.com/office/powerpoint/2010/main" val="948320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err="1"/>
              <a:t>dagsorden</a:t>
            </a:r>
            <a:endParaRPr lang="en-GB" noProof="0" dirty="0"/>
          </a:p>
        </p:txBody>
      </p:sp>
      <p:sp>
        <p:nvSpPr>
          <p:cNvPr id="5" name="Content Placeholder 4"/>
          <p:cNvSpPr>
            <a:spLocks noGrp="1"/>
          </p:cNvSpPr>
          <p:nvPr>
            <p:ph idx="1"/>
          </p:nvPr>
        </p:nvSpPr>
        <p:spPr/>
        <p:txBody>
          <a:bodyPr/>
          <a:lstStyle/>
          <a:p>
            <a:pPr marL="342900" indent="-342900">
              <a:buFont typeface="Arial" panose="020B0604020202020204" pitchFamily="34" charset="0"/>
              <a:buChar char="•"/>
            </a:pPr>
            <a:endParaRPr lang="en-GB" sz="2800" dirty="0"/>
          </a:p>
          <a:p>
            <a:pPr marL="342900" indent="-342900">
              <a:buFont typeface="Arial" panose="020B0604020202020204" pitchFamily="34" charset="0"/>
              <a:buChar char="•"/>
            </a:pPr>
            <a:r>
              <a:rPr lang="en-GB" sz="2800" dirty="0"/>
              <a:t>Kort </a:t>
            </a:r>
            <a:r>
              <a:rPr lang="en-GB" sz="2800" dirty="0" err="1"/>
              <a:t>overblik</a:t>
            </a:r>
            <a:r>
              <a:rPr lang="en-GB" sz="2800" dirty="0"/>
              <a:t> over </a:t>
            </a:r>
            <a:r>
              <a:rPr lang="en-GB" sz="2800" noProof="0" dirty="0"/>
              <a:t>ph.d.-</a:t>
            </a:r>
            <a:r>
              <a:rPr lang="en-GB" sz="2800" noProof="0" dirty="0" err="1"/>
              <a:t>projektet</a:t>
            </a:r>
            <a:r>
              <a:rPr lang="en-GB" sz="2800" noProof="0" dirty="0"/>
              <a:t> </a:t>
            </a:r>
            <a:r>
              <a:rPr lang="en-GB" sz="1800" noProof="0" dirty="0" err="1"/>
              <a:t>og</a:t>
            </a:r>
            <a:r>
              <a:rPr lang="en-GB" sz="1800" noProof="0" dirty="0"/>
              <a:t> </a:t>
            </a:r>
            <a:r>
              <a:rPr lang="en-GB" sz="1800" noProof="0" dirty="0" err="1"/>
              <a:t>erfaringer</a:t>
            </a:r>
            <a:r>
              <a:rPr lang="en-GB" sz="1800" noProof="0" dirty="0"/>
              <a:t> </a:t>
            </a:r>
            <a:r>
              <a:rPr lang="en-GB" sz="1800" noProof="0" dirty="0" err="1"/>
              <a:t>hidtil</a:t>
            </a:r>
            <a:br>
              <a:rPr lang="en-GB" sz="2800" noProof="0" dirty="0"/>
            </a:br>
            <a:r>
              <a:rPr lang="en-GB" sz="2800" noProof="0" dirty="0"/>
              <a:t> </a:t>
            </a:r>
          </a:p>
          <a:p>
            <a:pPr marL="342900" indent="-342900">
              <a:buFont typeface="Arial" panose="020B0604020202020204" pitchFamily="34" charset="0"/>
              <a:buChar char="•"/>
            </a:pPr>
            <a:r>
              <a:rPr lang="en-GB" sz="2800" noProof="0" dirty="0" err="1"/>
              <a:t>Særligt</a:t>
            </a:r>
            <a:r>
              <a:rPr lang="en-GB" sz="2800" noProof="0" dirty="0"/>
              <a:t> </a:t>
            </a:r>
            <a:r>
              <a:rPr lang="en-GB" sz="2800" noProof="0" dirty="0" err="1"/>
              <a:t>fokus</a:t>
            </a:r>
            <a:r>
              <a:rPr lang="en-GB" sz="2800" noProof="0" dirty="0"/>
              <a:t> </a:t>
            </a:r>
            <a:r>
              <a:rPr lang="en-GB" sz="2800" noProof="0" dirty="0" err="1"/>
              <a:t>arbejdspakke</a:t>
            </a:r>
            <a:r>
              <a:rPr lang="en-GB" sz="2800" noProof="0" dirty="0"/>
              <a:t> 0 (WP0) – </a:t>
            </a:r>
            <a:r>
              <a:rPr lang="en-GB" sz="1800" noProof="0" dirty="0" err="1"/>
              <a:t>skriver</a:t>
            </a:r>
            <a:r>
              <a:rPr lang="en-GB" sz="1800" noProof="0" dirty="0"/>
              <a:t> </a:t>
            </a:r>
            <a:r>
              <a:rPr lang="en-GB" sz="1800" noProof="0" dirty="0" err="1"/>
              <a:t>jeg</a:t>
            </a:r>
            <a:r>
              <a:rPr lang="en-GB" sz="1800" noProof="0" dirty="0"/>
              <a:t> </a:t>
            </a:r>
            <a:r>
              <a:rPr lang="en-GB" sz="1800" noProof="0" dirty="0" err="1"/>
              <a:t>på</a:t>
            </a:r>
            <a:r>
              <a:rPr lang="en-GB" sz="1800" noProof="0" dirty="0"/>
              <a:t> nu</a:t>
            </a:r>
          </a:p>
          <a:p>
            <a:pPr>
              <a:buNone/>
            </a:pPr>
            <a:endParaRPr lang="en-GB" sz="1800" dirty="0"/>
          </a:p>
          <a:p>
            <a:pPr marL="342900" indent="-342900">
              <a:buFont typeface="Arial" panose="020B0604020202020204" pitchFamily="34" charset="0"/>
              <a:buChar char="•"/>
            </a:pPr>
            <a:r>
              <a:rPr lang="en-GB" sz="2800" noProof="0" dirty="0" err="1"/>
              <a:t>Spørgsmål</a:t>
            </a:r>
            <a:r>
              <a:rPr lang="en-GB" sz="2800" noProof="0" dirty="0"/>
              <a:t> – </a:t>
            </a:r>
            <a:r>
              <a:rPr lang="en-GB" sz="1800" noProof="0" dirty="0" err="1"/>
              <a:t>også</a:t>
            </a:r>
            <a:r>
              <a:rPr lang="en-GB" sz="1800" noProof="0" dirty="0"/>
              <a:t> gerne </a:t>
            </a:r>
            <a:r>
              <a:rPr lang="en-GB" sz="1800" noProof="0" dirty="0" err="1"/>
              <a:t>undervejs</a:t>
            </a:r>
            <a:r>
              <a:rPr lang="en-GB" sz="1800" dirty="0"/>
              <a:t>!</a:t>
            </a:r>
            <a:endParaRPr lang="en-GB" sz="1800" noProof="0" dirty="0"/>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176B026D-01D1-BD76-7A71-49FF4B4BF2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Tree>
    <p:custDataLst>
      <p:custData r:id="rId1"/>
      <p:custData r:id="rId2"/>
      <p:tags r:id="rId3"/>
    </p:custDataLst>
    <p:extLst>
      <p:ext uri="{BB962C8B-B14F-4D97-AF65-F5344CB8AC3E}">
        <p14:creationId xmlns:p14="http://schemas.microsoft.com/office/powerpoint/2010/main" val="2813365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3EC1D-2748-F1D3-135C-16AD8B03DA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365C291-40A4-B57F-0D69-94384EDC0A6C}"/>
              </a:ext>
            </a:extLst>
          </p:cNvPr>
          <p:cNvSpPr>
            <a:spLocks noGrp="1"/>
          </p:cNvSpPr>
          <p:nvPr>
            <p:ph type="title"/>
          </p:nvPr>
        </p:nvSpPr>
        <p:spPr/>
        <p:txBody>
          <a:bodyPr/>
          <a:lstStyle/>
          <a:p>
            <a:r>
              <a:rPr lang="en-GB" noProof="0" dirty="0" err="1"/>
              <a:t>Hvorfor</a:t>
            </a:r>
            <a:r>
              <a:rPr lang="en-GB" noProof="0" dirty="0"/>
              <a:t> er </a:t>
            </a:r>
            <a:r>
              <a:rPr lang="en-GB" noProof="0" dirty="0" err="1"/>
              <a:t>Svær</a:t>
            </a:r>
            <a:r>
              <a:rPr lang="en-GB" noProof="0" dirty="0"/>
              <a:t> </a:t>
            </a:r>
            <a:r>
              <a:rPr lang="en-GB" noProof="0" dirty="0" err="1"/>
              <a:t>overvægt</a:t>
            </a:r>
            <a:r>
              <a:rPr lang="en-GB" noProof="0" dirty="0"/>
              <a:t> relevant I </a:t>
            </a:r>
            <a:r>
              <a:rPr lang="en-GB" noProof="0" dirty="0" err="1"/>
              <a:t>kræftforebyggelse</a:t>
            </a:r>
            <a:r>
              <a:rPr lang="en-GB" noProof="0" dirty="0"/>
              <a:t>- </a:t>
            </a:r>
            <a:r>
              <a:rPr lang="en-GB" noProof="0" dirty="0" err="1"/>
              <a:t>og</a:t>
            </a:r>
            <a:r>
              <a:rPr lang="en-GB" noProof="0" dirty="0"/>
              <a:t> </a:t>
            </a:r>
            <a:r>
              <a:rPr lang="en-GB" noProof="0" dirty="0" err="1"/>
              <a:t>diagnostik</a:t>
            </a:r>
            <a:r>
              <a:rPr lang="en-GB" noProof="0" dirty="0"/>
              <a:t>?</a:t>
            </a:r>
          </a:p>
        </p:txBody>
      </p:sp>
      <p:sp>
        <p:nvSpPr>
          <p:cNvPr id="5" name="Content Placeholder 4">
            <a:extLst>
              <a:ext uri="{FF2B5EF4-FFF2-40B4-BE49-F238E27FC236}">
                <a16:creationId xmlns:a16="http://schemas.microsoft.com/office/drawing/2014/main" id="{FEF54B1E-9E78-40C9-4A13-09E3306E312C}"/>
              </a:ext>
            </a:extLst>
          </p:cNvPr>
          <p:cNvSpPr>
            <a:spLocks noGrp="1"/>
          </p:cNvSpPr>
          <p:nvPr>
            <p:ph idx="1"/>
          </p:nvPr>
        </p:nvSpPr>
        <p:spPr/>
        <p:txBody>
          <a:bodyPr/>
          <a:lstStyle/>
          <a:p>
            <a:pPr marL="342900" indent="-342900">
              <a:buFont typeface="Arial" panose="020B0604020202020204" pitchFamily="34" charset="0"/>
              <a:buChar char="•"/>
            </a:pPr>
            <a:endParaRPr lang="en-GB" sz="3200" dirty="0"/>
          </a:p>
          <a:p>
            <a:pPr marL="342900" indent="-342900">
              <a:buFont typeface="Arial" panose="020B0604020202020204" pitchFamily="34" charset="0"/>
              <a:buChar char="•"/>
            </a:pPr>
            <a:r>
              <a:rPr lang="en-GB" sz="2800" dirty="0" err="1"/>
              <a:t>Svær</a:t>
            </a:r>
            <a:r>
              <a:rPr lang="en-GB" sz="2800" dirty="0"/>
              <a:t> </a:t>
            </a:r>
            <a:r>
              <a:rPr lang="en-GB" sz="2800" dirty="0" err="1"/>
              <a:t>overvægt</a:t>
            </a:r>
            <a:r>
              <a:rPr lang="en-GB" sz="2800" dirty="0"/>
              <a:t> </a:t>
            </a:r>
            <a:r>
              <a:rPr lang="en-GB" sz="2800" dirty="0" err="1"/>
              <a:t>som</a:t>
            </a:r>
            <a:r>
              <a:rPr lang="en-GB" sz="2800" dirty="0"/>
              <a:t> </a:t>
            </a:r>
            <a:r>
              <a:rPr lang="en-GB" sz="2800" dirty="0" err="1"/>
              <a:t>risikofaktor</a:t>
            </a:r>
            <a:br>
              <a:rPr lang="en-GB" sz="2800" dirty="0"/>
            </a:br>
            <a:endParaRPr lang="en-GB" sz="2800" dirty="0"/>
          </a:p>
          <a:p>
            <a:pPr marL="342900" indent="-342900">
              <a:buFont typeface="Arial" panose="020B0604020202020204" pitchFamily="34" charset="0"/>
              <a:buChar char="•"/>
            </a:pPr>
            <a:r>
              <a:rPr lang="en-GB" sz="2800" dirty="0"/>
              <a:t>Social </a:t>
            </a:r>
            <a:r>
              <a:rPr lang="en-GB" sz="2800" dirty="0" err="1"/>
              <a:t>ulighed</a:t>
            </a:r>
            <a:br>
              <a:rPr lang="en-GB" sz="2800" dirty="0"/>
            </a:br>
            <a:endParaRPr lang="en-GB" sz="2800" dirty="0"/>
          </a:p>
          <a:p>
            <a:pPr marL="342900" indent="-342900">
              <a:buFont typeface="Arial" panose="020B0604020202020204" pitchFamily="34" charset="0"/>
              <a:buChar char="•"/>
            </a:pPr>
            <a:r>
              <a:rPr lang="en-GB" sz="2800" dirty="0" err="1"/>
              <a:t>Tidlig</a:t>
            </a:r>
            <a:r>
              <a:rPr lang="en-GB" sz="2800" dirty="0"/>
              <a:t> vs. </a:t>
            </a:r>
            <a:r>
              <a:rPr lang="en-GB" sz="2800" dirty="0" err="1"/>
              <a:t>sen</a:t>
            </a:r>
            <a:r>
              <a:rPr lang="en-GB" sz="2800" dirty="0"/>
              <a:t> </a:t>
            </a:r>
            <a:r>
              <a:rPr lang="en-GB" sz="2800" dirty="0" err="1"/>
              <a:t>diagnostik</a:t>
            </a:r>
            <a:endParaRPr lang="en-GB" sz="2800" dirty="0"/>
          </a:p>
          <a:p>
            <a:endParaRPr lang="en-GB" noProof="0" dirty="0"/>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E4D01F83-32D8-588E-3D76-BF4C952D0B5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Tree>
    <p:custDataLst>
      <p:custData r:id="rId1"/>
      <p:custData r:id="rId2"/>
      <p:tags r:id="rId3"/>
    </p:custDataLst>
    <p:extLst>
      <p:ext uri="{BB962C8B-B14F-4D97-AF65-F5344CB8AC3E}">
        <p14:creationId xmlns:p14="http://schemas.microsoft.com/office/powerpoint/2010/main" val="3387610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5B535-D7EC-D859-71E2-0F3B33A652D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BBD384-5648-567C-19FF-7E2F149B92DA}"/>
              </a:ext>
            </a:extLst>
          </p:cNvPr>
          <p:cNvSpPr>
            <a:spLocks noGrp="1"/>
          </p:cNvSpPr>
          <p:nvPr>
            <p:ph type="title"/>
          </p:nvPr>
        </p:nvSpPr>
        <p:spPr/>
        <p:txBody>
          <a:bodyPr/>
          <a:lstStyle/>
          <a:p>
            <a:r>
              <a:rPr lang="en-GB" noProof="0" dirty="0" err="1"/>
              <a:t>Stigmatisering</a:t>
            </a:r>
            <a:r>
              <a:rPr lang="en-GB" noProof="0" dirty="0"/>
              <a:t> </a:t>
            </a:r>
            <a:r>
              <a:rPr lang="en-GB" noProof="0" dirty="0" err="1"/>
              <a:t>og</a:t>
            </a:r>
            <a:r>
              <a:rPr lang="en-GB" noProof="0" dirty="0"/>
              <a:t> </a:t>
            </a:r>
            <a:r>
              <a:rPr lang="en-GB" noProof="0" dirty="0" err="1"/>
              <a:t>sunhedssøgningsadfærd</a:t>
            </a:r>
            <a:r>
              <a:rPr lang="en-GB" noProof="0" dirty="0"/>
              <a:t> </a:t>
            </a:r>
          </a:p>
        </p:txBody>
      </p:sp>
      <p:sp>
        <p:nvSpPr>
          <p:cNvPr id="5" name="Content Placeholder 4">
            <a:extLst>
              <a:ext uri="{FF2B5EF4-FFF2-40B4-BE49-F238E27FC236}">
                <a16:creationId xmlns:a16="http://schemas.microsoft.com/office/drawing/2014/main" id="{E841ED2B-6B04-2A38-2C72-BC509852F370}"/>
              </a:ext>
            </a:extLst>
          </p:cNvPr>
          <p:cNvSpPr>
            <a:spLocks noGrp="1"/>
          </p:cNvSpPr>
          <p:nvPr>
            <p:ph idx="1"/>
          </p:nvPr>
        </p:nvSpPr>
        <p:spPr/>
        <p:txBody>
          <a:bodyPr/>
          <a:lstStyle/>
          <a:p>
            <a:pPr marL="457200" indent="-457200">
              <a:buFont typeface="Arial" panose="020B0604020202020204" pitchFamily="34" charset="0"/>
              <a:buChar char="•"/>
            </a:pPr>
            <a:endParaRPr lang="en-GB" sz="2800" noProof="0" dirty="0"/>
          </a:p>
          <a:p>
            <a:pPr marL="457200" indent="-457200">
              <a:buFont typeface="Arial" panose="020B0604020202020204" pitchFamily="34" charset="0"/>
              <a:buChar char="•"/>
            </a:pPr>
            <a:r>
              <a:rPr lang="en-GB" sz="2800" noProof="0" dirty="0" err="1"/>
              <a:t>Potentiel</a:t>
            </a:r>
            <a:r>
              <a:rPr lang="en-GB" sz="2800" noProof="0" dirty="0"/>
              <a:t> </a:t>
            </a:r>
            <a:r>
              <a:rPr lang="en-GB" sz="2800" noProof="0" dirty="0" err="1"/>
              <a:t>undgåelse</a:t>
            </a:r>
            <a:r>
              <a:rPr lang="en-GB" sz="2800" noProof="0" dirty="0"/>
              <a:t> </a:t>
            </a:r>
            <a:r>
              <a:rPr lang="en-GB" sz="2800" noProof="0" dirty="0" err="1"/>
              <a:t>af</a:t>
            </a:r>
            <a:r>
              <a:rPr lang="en-GB" sz="2800" noProof="0" dirty="0"/>
              <a:t> </a:t>
            </a:r>
            <a:r>
              <a:rPr lang="en-GB" sz="2800" noProof="0" dirty="0" err="1"/>
              <a:t>sundhedsvæsenet</a:t>
            </a:r>
            <a:r>
              <a:rPr lang="en-GB" sz="2800" noProof="0" dirty="0"/>
              <a:t> </a:t>
            </a:r>
          </a:p>
          <a:p>
            <a:pPr marL="457200" indent="-457200">
              <a:buFont typeface="Arial" panose="020B0604020202020204" pitchFamily="34" charset="0"/>
              <a:buChar char="•"/>
            </a:pPr>
            <a:endParaRPr lang="en-GB" sz="2800" noProof="0" dirty="0"/>
          </a:p>
          <a:p>
            <a:pPr marL="457200" indent="-457200">
              <a:buFont typeface="Arial" panose="020B0604020202020204" pitchFamily="34" charset="0"/>
              <a:buChar char="•"/>
            </a:pPr>
            <a:r>
              <a:rPr lang="en-GB" sz="2800" dirty="0"/>
              <a:t>Skam, </a:t>
            </a:r>
            <a:r>
              <a:rPr lang="en-GB" sz="2800" dirty="0" err="1"/>
              <a:t>skyld</a:t>
            </a:r>
            <a:r>
              <a:rPr lang="en-GB" sz="2800" dirty="0"/>
              <a:t> </a:t>
            </a:r>
            <a:r>
              <a:rPr lang="en-GB" sz="2800" dirty="0" err="1"/>
              <a:t>og</a:t>
            </a:r>
            <a:r>
              <a:rPr lang="en-GB" sz="2800" dirty="0"/>
              <a:t> mental </a:t>
            </a:r>
            <a:r>
              <a:rPr lang="en-GB" sz="2800" dirty="0" err="1"/>
              <a:t>belastning</a:t>
            </a:r>
            <a:endParaRPr lang="en-GB" sz="2800" dirty="0"/>
          </a:p>
          <a:p>
            <a:pPr marL="457200" indent="-457200">
              <a:buFont typeface="Arial" panose="020B0604020202020204" pitchFamily="34" charset="0"/>
              <a:buChar char="•"/>
            </a:pPr>
            <a:endParaRPr lang="en-GB" sz="2800" dirty="0"/>
          </a:p>
          <a:p>
            <a:pPr marL="457200" indent="-457200">
              <a:buFont typeface="Arial" panose="020B0604020202020204" pitchFamily="34" charset="0"/>
              <a:buChar char="•"/>
            </a:pPr>
            <a:r>
              <a:rPr lang="en-GB" sz="2800" u="sng" noProof="0" dirty="0" err="1"/>
              <a:t>Manglende</a:t>
            </a:r>
            <a:r>
              <a:rPr lang="en-GB" sz="2800" u="sng" noProof="0" dirty="0"/>
              <a:t> </a:t>
            </a:r>
            <a:r>
              <a:rPr lang="en-GB" sz="2800" u="sng" noProof="0" dirty="0" err="1"/>
              <a:t>viden</a:t>
            </a:r>
            <a:r>
              <a:rPr lang="en-GB" sz="2800" u="sng" noProof="0" dirty="0"/>
              <a:t> </a:t>
            </a:r>
            <a:r>
              <a:rPr lang="en-GB" sz="2800" noProof="0" dirty="0"/>
              <a:t>om </a:t>
            </a:r>
            <a:r>
              <a:rPr lang="en-GB" sz="2800" noProof="0" dirty="0" err="1"/>
              <a:t>sammenhæng</a:t>
            </a:r>
            <a:r>
              <a:rPr lang="en-GB" sz="2800" noProof="0" dirty="0"/>
              <a:t> med </a:t>
            </a:r>
            <a:r>
              <a:rPr lang="en-GB" sz="2800" noProof="0" dirty="0" err="1"/>
              <a:t>kræftdiagnostik</a:t>
            </a:r>
            <a:r>
              <a:rPr lang="en-GB" sz="2800" noProof="0" dirty="0"/>
              <a:t> </a:t>
            </a:r>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857AC59A-94AA-0234-49E0-3C4EF8DA140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Tree>
    <p:custDataLst>
      <p:custData r:id="rId1"/>
      <p:custData r:id="rId2"/>
      <p:tags r:id="rId3"/>
    </p:custDataLst>
    <p:extLst>
      <p:ext uri="{BB962C8B-B14F-4D97-AF65-F5344CB8AC3E}">
        <p14:creationId xmlns:p14="http://schemas.microsoft.com/office/powerpoint/2010/main" val="2130631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DD480-5CE9-962D-572E-2E6C0C1C24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B9B751-151A-A372-5FFE-B82CB0F55516}"/>
              </a:ext>
            </a:extLst>
          </p:cNvPr>
          <p:cNvSpPr>
            <a:spLocks noGrp="1"/>
          </p:cNvSpPr>
          <p:nvPr>
            <p:ph type="title"/>
          </p:nvPr>
        </p:nvSpPr>
        <p:spPr/>
        <p:txBody>
          <a:bodyPr/>
          <a:lstStyle/>
          <a:p>
            <a:r>
              <a:rPr lang="en-GB" noProof="0" dirty="0" err="1"/>
              <a:t>Overordnet</a:t>
            </a:r>
            <a:r>
              <a:rPr lang="en-GB" noProof="0" dirty="0"/>
              <a:t> </a:t>
            </a:r>
            <a:r>
              <a:rPr lang="en-GB" noProof="0" dirty="0" err="1"/>
              <a:t>formål</a:t>
            </a:r>
            <a:r>
              <a:rPr lang="en-GB" noProof="0" dirty="0"/>
              <a:t> med ph.d.-</a:t>
            </a:r>
            <a:r>
              <a:rPr lang="en-GB" noProof="0" dirty="0" err="1"/>
              <a:t>projektet</a:t>
            </a:r>
            <a:endParaRPr lang="en-GB" noProof="0" dirty="0"/>
          </a:p>
        </p:txBody>
      </p:sp>
      <p:sp>
        <p:nvSpPr>
          <p:cNvPr id="5" name="Content Placeholder 4">
            <a:extLst>
              <a:ext uri="{FF2B5EF4-FFF2-40B4-BE49-F238E27FC236}">
                <a16:creationId xmlns:a16="http://schemas.microsoft.com/office/drawing/2014/main" id="{08C4B39F-7FE4-9167-240C-3AC09A4124D2}"/>
              </a:ext>
            </a:extLst>
          </p:cNvPr>
          <p:cNvSpPr>
            <a:spLocks noGrp="1"/>
          </p:cNvSpPr>
          <p:nvPr>
            <p:ph idx="1"/>
          </p:nvPr>
        </p:nvSpPr>
        <p:spPr/>
        <p:txBody>
          <a:bodyPr/>
          <a:lstStyle/>
          <a:p>
            <a:pPr marL="342900" indent="-342900">
              <a:buFont typeface="Arial" panose="020B0604020202020204" pitchFamily="34" charset="0"/>
              <a:buChar char="•"/>
            </a:pPr>
            <a:endParaRPr lang="en-GB" sz="3200" noProof="0" dirty="0"/>
          </a:p>
          <a:p>
            <a:pPr marL="342900" indent="-342900">
              <a:buFont typeface="Arial" panose="020B0604020202020204" pitchFamily="34" charset="0"/>
              <a:buChar char="•"/>
            </a:pPr>
            <a:r>
              <a:rPr lang="en-GB" sz="3200" noProof="0" dirty="0" err="1"/>
              <a:t>Opnå</a:t>
            </a:r>
            <a:r>
              <a:rPr lang="en-GB" sz="3200" noProof="0" dirty="0"/>
              <a:t> </a:t>
            </a:r>
            <a:r>
              <a:rPr lang="en-GB" sz="3200" noProof="0" dirty="0" err="1"/>
              <a:t>ny</a:t>
            </a:r>
            <a:r>
              <a:rPr lang="en-GB" sz="3200" noProof="0" dirty="0"/>
              <a:t> </a:t>
            </a:r>
            <a:r>
              <a:rPr lang="en-GB" sz="3200" noProof="0" dirty="0" err="1"/>
              <a:t>viden</a:t>
            </a:r>
            <a:r>
              <a:rPr lang="en-GB" sz="3200" noProof="0" dirty="0"/>
              <a:t> om </a:t>
            </a:r>
            <a:r>
              <a:rPr lang="en-GB" sz="3200" dirty="0" err="1"/>
              <a:t>ulighed</a:t>
            </a:r>
            <a:r>
              <a:rPr lang="en-GB" sz="3200" dirty="0"/>
              <a:t> </a:t>
            </a:r>
            <a:r>
              <a:rPr lang="en-GB" sz="3200" dirty="0" err="1"/>
              <a:t>i</a:t>
            </a:r>
            <a:r>
              <a:rPr lang="en-GB" sz="3200" dirty="0"/>
              <a:t> </a:t>
            </a:r>
            <a:r>
              <a:rPr lang="en-GB" sz="3200" dirty="0" err="1"/>
              <a:t>tidlig</a:t>
            </a:r>
            <a:r>
              <a:rPr lang="en-GB" sz="3200" dirty="0"/>
              <a:t> </a:t>
            </a:r>
            <a:r>
              <a:rPr lang="en-GB" sz="3200" dirty="0" err="1"/>
              <a:t>kræftdiagnostik</a:t>
            </a:r>
            <a:r>
              <a:rPr lang="en-GB" sz="3200" dirty="0"/>
              <a:t> </a:t>
            </a:r>
          </a:p>
          <a:p>
            <a:pPr>
              <a:buNone/>
            </a:pPr>
            <a:endParaRPr lang="en-GB" sz="3200" dirty="0"/>
          </a:p>
          <a:p>
            <a:pPr marL="342900" indent="-342900">
              <a:buFont typeface="Arial" panose="020B0604020202020204" pitchFamily="34" charset="0"/>
              <a:buChar char="•"/>
            </a:pPr>
            <a:r>
              <a:rPr lang="en-GB" sz="3200" noProof="0" dirty="0" err="1"/>
              <a:t>Kombinere</a:t>
            </a:r>
            <a:r>
              <a:rPr lang="en-GB" sz="3200" noProof="0" dirty="0"/>
              <a:t> </a:t>
            </a:r>
            <a:r>
              <a:rPr lang="en-GB" sz="3200" dirty="0" err="1"/>
              <a:t>epidemiologisk</a:t>
            </a:r>
            <a:r>
              <a:rPr lang="en-GB" sz="3200" dirty="0"/>
              <a:t> </a:t>
            </a:r>
            <a:r>
              <a:rPr lang="en-GB" sz="3200" dirty="0" err="1"/>
              <a:t>forskning</a:t>
            </a:r>
            <a:r>
              <a:rPr lang="en-GB" sz="3200" dirty="0"/>
              <a:t> med </a:t>
            </a:r>
            <a:r>
              <a:rPr lang="en-GB" sz="3200" dirty="0" err="1"/>
              <a:t>brugerindragelse</a:t>
            </a:r>
            <a:r>
              <a:rPr lang="en-GB" sz="3200" dirty="0"/>
              <a:t> </a:t>
            </a:r>
            <a:endParaRPr lang="en-GB" sz="3200" noProof="0" dirty="0"/>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B9F24E44-CA5D-FD94-9DDD-A734F3B6CD9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Tree>
    <p:custDataLst>
      <p:custData r:id="rId1"/>
      <p:custData r:id="rId2"/>
      <p:tags r:id="rId3"/>
    </p:custDataLst>
    <p:extLst>
      <p:ext uri="{BB962C8B-B14F-4D97-AF65-F5344CB8AC3E}">
        <p14:creationId xmlns:p14="http://schemas.microsoft.com/office/powerpoint/2010/main" val="1713024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6A4E4-E535-C197-FA1F-C88B60531A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DBB530-EDD0-1A83-08B6-51ECD157E1D8}"/>
              </a:ext>
            </a:extLst>
          </p:cNvPr>
          <p:cNvSpPr>
            <a:spLocks noGrp="1"/>
          </p:cNvSpPr>
          <p:nvPr>
            <p:ph type="title"/>
          </p:nvPr>
        </p:nvSpPr>
        <p:spPr/>
        <p:txBody>
          <a:bodyPr/>
          <a:lstStyle/>
          <a:p>
            <a:r>
              <a:rPr lang="en-GB" noProof="0" dirty="0" err="1"/>
              <a:t>Projektets</a:t>
            </a:r>
            <a:r>
              <a:rPr lang="en-GB" noProof="0" dirty="0"/>
              <a:t> </a:t>
            </a:r>
            <a:r>
              <a:rPr lang="en-GB" noProof="0" dirty="0" err="1"/>
              <a:t>opbygning</a:t>
            </a:r>
            <a:br>
              <a:rPr lang="en-GB" dirty="0"/>
            </a:br>
            <a:r>
              <a:rPr lang="en-GB" dirty="0"/>
              <a:t>-</a:t>
            </a:r>
            <a:r>
              <a:rPr lang="en-GB" noProof="0" dirty="0"/>
              <a:t> fire </a:t>
            </a:r>
            <a:r>
              <a:rPr lang="en-GB" noProof="0" dirty="0" err="1"/>
              <a:t>arbejdspakker</a:t>
            </a:r>
            <a:r>
              <a:rPr lang="en-GB" noProof="0" dirty="0"/>
              <a:t> (WPS) </a:t>
            </a:r>
          </a:p>
        </p:txBody>
      </p:sp>
      <p:sp>
        <p:nvSpPr>
          <p:cNvPr id="5" name="Content Placeholder 4">
            <a:extLst>
              <a:ext uri="{FF2B5EF4-FFF2-40B4-BE49-F238E27FC236}">
                <a16:creationId xmlns:a16="http://schemas.microsoft.com/office/drawing/2014/main" id="{CD83CA64-A0E8-55F9-3288-1F5C6637CB61}"/>
              </a:ext>
            </a:extLst>
          </p:cNvPr>
          <p:cNvSpPr>
            <a:spLocks noGrp="1"/>
          </p:cNvSpPr>
          <p:nvPr>
            <p:ph idx="1"/>
          </p:nvPr>
        </p:nvSpPr>
        <p:spPr/>
        <p:txBody>
          <a:bodyPr/>
          <a:lstStyle/>
          <a:p>
            <a:pPr marL="285750" indent="-285750">
              <a:buFont typeface="Arial" panose="020B0604020202020204" pitchFamily="34" charset="0"/>
              <a:buChar char="•"/>
            </a:pPr>
            <a:r>
              <a:rPr lang="da-DK" sz="1400" dirty="0"/>
              <a:t>WP0: Beskrivelse af mentalt helbred og social ulighed i studiepopulationen opdelt efter +/- svær overvægt.</a:t>
            </a:r>
            <a:br>
              <a:rPr lang="da-DK" sz="1400" dirty="0"/>
            </a:br>
            <a:r>
              <a:rPr lang="da-DK" sz="1400" dirty="0"/>
              <a:t>Tværsnitsstudie.</a:t>
            </a:r>
            <a:br>
              <a:rPr lang="da-DK" sz="1400" dirty="0"/>
            </a:br>
            <a:r>
              <a:rPr lang="da-DK" sz="1400" dirty="0"/>
              <a:t>Tidsperiode: nu-april 2026. </a:t>
            </a:r>
            <a:br>
              <a:rPr lang="da-DK" sz="1400" dirty="0"/>
            </a:br>
            <a:endParaRPr lang="da-DK" sz="1400" dirty="0"/>
          </a:p>
          <a:p>
            <a:pPr marL="285750" indent="-285750">
              <a:buFont typeface="Arial" panose="020B0604020202020204" pitchFamily="34" charset="0"/>
              <a:buChar char="•"/>
            </a:pPr>
            <a:r>
              <a:rPr lang="da-DK" sz="1400" dirty="0"/>
              <a:t>WP1: Påvirkningen af svær overvægt, mentalt helbred og social ulighed på deltagelse i de tre danske kræftscreeningsprogrammer.</a:t>
            </a:r>
            <a:br>
              <a:rPr lang="da-DK" sz="1400" dirty="0"/>
            </a:br>
            <a:r>
              <a:rPr lang="da-DK" sz="1400" dirty="0"/>
              <a:t>Tværsnitsstudie.</a:t>
            </a:r>
            <a:br>
              <a:rPr lang="da-DK" sz="1400" dirty="0"/>
            </a:br>
            <a:r>
              <a:rPr lang="da-DK" sz="1400" dirty="0"/>
              <a:t>Tidsperiode: maj 2026-barsel-forår 2027. </a:t>
            </a:r>
            <a:br>
              <a:rPr lang="da-DK" sz="1400" dirty="0"/>
            </a:br>
            <a:endParaRPr lang="da-DK" sz="1400" dirty="0"/>
          </a:p>
          <a:p>
            <a:pPr marL="285750" indent="-285750">
              <a:buFont typeface="Arial" panose="020B0604020202020204" pitchFamily="34" charset="0"/>
              <a:buChar char="•"/>
            </a:pPr>
            <a:r>
              <a:rPr lang="da-DK" sz="1400" dirty="0"/>
              <a:t>WP2: Påvirkningen af svær overvægt, mentalt helbred og social ulighed på stadie ved diagnosetidspunkt for kræft.</a:t>
            </a:r>
            <a:br>
              <a:rPr lang="da-DK" sz="1400" dirty="0"/>
            </a:br>
            <a:r>
              <a:rPr lang="da-DK" sz="1400" dirty="0"/>
              <a:t>Kohortestudie.</a:t>
            </a:r>
            <a:br>
              <a:rPr lang="da-DK" sz="1400" dirty="0"/>
            </a:br>
            <a:r>
              <a:rPr lang="da-DK" sz="1400" dirty="0"/>
              <a:t>Tidsperiode: Efterår 2027.</a:t>
            </a:r>
            <a:br>
              <a:rPr lang="da-DK" sz="1400" dirty="0"/>
            </a:br>
            <a:endParaRPr lang="da-DK" sz="1400" dirty="0"/>
          </a:p>
          <a:p>
            <a:pPr marL="285750" indent="-285750">
              <a:buFont typeface="Arial" panose="020B0604020202020204" pitchFamily="34" charset="0"/>
              <a:buChar char="•"/>
            </a:pPr>
            <a:r>
              <a:rPr lang="da-DK" sz="1400" dirty="0"/>
              <a:t>WP3: Udvikling af kommunikative, præventive strategier til at tale om svær overvægt og kræft i kliniske situationer.</a:t>
            </a:r>
            <a:br>
              <a:rPr lang="da-DK" sz="1400" dirty="0"/>
            </a:br>
            <a:r>
              <a:rPr lang="da-DK" sz="1400" dirty="0"/>
              <a:t>Workshops </a:t>
            </a:r>
            <a:br>
              <a:rPr lang="da-DK" sz="1400" dirty="0"/>
            </a:br>
            <a:r>
              <a:rPr lang="da-DK" sz="1400" dirty="0"/>
              <a:t>Tidsperiode: Sent efterår 2027-tidligt forår 2028. </a:t>
            </a:r>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F3DBC672-B4A0-66C4-32E0-32F564809FB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Tree>
    <p:custDataLst>
      <p:custData r:id="rId1"/>
      <p:custData r:id="rId2"/>
      <p:tags r:id="rId3"/>
    </p:custDataLst>
    <p:extLst>
      <p:ext uri="{BB962C8B-B14F-4D97-AF65-F5344CB8AC3E}">
        <p14:creationId xmlns:p14="http://schemas.microsoft.com/office/powerpoint/2010/main" val="3833354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6C48B-85F8-3749-3AB7-1F01D8EAFF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CBE6B66-D4E5-9A6C-79D8-ED39824135F3}"/>
              </a:ext>
            </a:extLst>
          </p:cNvPr>
          <p:cNvSpPr>
            <a:spLocks noGrp="1"/>
          </p:cNvSpPr>
          <p:nvPr>
            <p:ph type="title"/>
          </p:nvPr>
        </p:nvSpPr>
        <p:spPr/>
        <p:txBody>
          <a:bodyPr/>
          <a:lstStyle/>
          <a:p>
            <a:r>
              <a:rPr lang="en-GB" noProof="0" dirty="0" err="1"/>
              <a:t>Datagrundlag</a:t>
            </a:r>
            <a:r>
              <a:rPr lang="en-GB" noProof="0" dirty="0"/>
              <a:t> </a:t>
            </a:r>
          </a:p>
        </p:txBody>
      </p:sp>
      <p:sp>
        <p:nvSpPr>
          <p:cNvPr id="5" name="Content Placeholder 4">
            <a:extLst>
              <a:ext uri="{FF2B5EF4-FFF2-40B4-BE49-F238E27FC236}">
                <a16:creationId xmlns:a16="http://schemas.microsoft.com/office/drawing/2014/main" id="{D1EF2F2E-5ED5-7945-5064-F45F740D587E}"/>
              </a:ext>
            </a:extLst>
          </p:cNvPr>
          <p:cNvSpPr>
            <a:spLocks noGrp="1"/>
          </p:cNvSpPr>
          <p:nvPr>
            <p:ph idx="1"/>
          </p:nvPr>
        </p:nvSpPr>
        <p:spPr/>
        <p:txBody>
          <a:bodyPr/>
          <a:lstStyle/>
          <a:p>
            <a:pPr marL="342900" indent="-342900">
              <a:buFont typeface="Arial" panose="020B0604020202020204" pitchFamily="34" charset="0"/>
              <a:buChar char="•"/>
            </a:pPr>
            <a:r>
              <a:rPr lang="en-GB" b="1" dirty="0" err="1"/>
              <a:t>Grundlag</a:t>
            </a:r>
            <a:r>
              <a:rPr lang="en-GB" b="1" dirty="0"/>
              <a:t>: </a:t>
            </a:r>
            <a:r>
              <a:rPr lang="en-GB" b="1" dirty="0" err="1"/>
              <a:t>Helbred</a:t>
            </a:r>
            <a:r>
              <a:rPr lang="en-GB" b="1" dirty="0"/>
              <a:t> </a:t>
            </a:r>
            <a:r>
              <a:rPr lang="en-GB" b="1" dirty="0" err="1"/>
              <a:t>i</a:t>
            </a:r>
            <a:r>
              <a:rPr lang="en-GB" b="1" dirty="0"/>
              <a:t> </a:t>
            </a:r>
            <a:r>
              <a:rPr lang="en-GB" b="1" dirty="0" err="1"/>
              <a:t>Midt</a:t>
            </a:r>
            <a:r>
              <a:rPr lang="en-GB" b="1" dirty="0"/>
              <a:t> (HICD)</a:t>
            </a:r>
          </a:p>
          <a:p>
            <a:pPr marL="342900" indent="-342900">
              <a:buFont typeface="Arial" panose="020B0604020202020204" pitchFamily="34" charset="0"/>
              <a:buChar char="•"/>
            </a:pPr>
            <a:endParaRPr lang="en-GB" b="1" noProof="0" dirty="0"/>
          </a:p>
          <a:p>
            <a:pPr marL="342900" indent="-342900">
              <a:buFont typeface="Arial" panose="020B0604020202020204" pitchFamily="34" charset="0"/>
              <a:buChar char="•"/>
            </a:pPr>
            <a:r>
              <a:rPr lang="en-GB" dirty="0"/>
              <a:t>Data </a:t>
            </a:r>
            <a:r>
              <a:rPr lang="en-GB" dirty="0" err="1"/>
              <a:t>fra</a:t>
            </a:r>
            <a:r>
              <a:rPr lang="en-GB" dirty="0"/>
              <a:t> </a:t>
            </a:r>
            <a:r>
              <a:rPr lang="en-GB" dirty="0" err="1"/>
              <a:t>spørgeskemaer</a:t>
            </a:r>
            <a:r>
              <a:rPr lang="en-GB" dirty="0"/>
              <a:t> 2020 </a:t>
            </a:r>
            <a:r>
              <a:rPr lang="en-GB" dirty="0" err="1"/>
              <a:t>og</a:t>
            </a:r>
            <a:r>
              <a:rPr lang="en-GB" dirty="0"/>
              <a:t> 2024 </a:t>
            </a:r>
          </a:p>
          <a:p>
            <a:pPr marL="342900" indent="-342900">
              <a:buFont typeface="Arial" panose="020B0604020202020204" pitchFamily="34" charset="0"/>
              <a:buChar char="•"/>
            </a:pPr>
            <a:endParaRPr lang="en-GB" noProof="0" dirty="0"/>
          </a:p>
          <a:p>
            <a:pPr marL="342900" indent="-342900">
              <a:buFont typeface="Arial" panose="020B0604020202020204" pitchFamily="34" charset="0"/>
              <a:buChar char="•"/>
            </a:pPr>
            <a:r>
              <a:rPr lang="en-GB" dirty="0" err="1"/>
              <a:t>Voksne</a:t>
            </a:r>
            <a:r>
              <a:rPr lang="en-GB" dirty="0"/>
              <a:t> </a:t>
            </a:r>
            <a:r>
              <a:rPr lang="en-GB" dirty="0" err="1"/>
              <a:t>i</a:t>
            </a:r>
            <a:r>
              <a:rPr lang="en-GB" dirty="0"/>
              <a:t> Region Midtjylland med diabetes med </a:t>
            </a:r>
            <a:r>
              <a:rPr lang="en-GB" dirty="0" err="1"/>
              <a:t>tilhørende</a:t>
            </a:r>
            <a:r>
              <a:rPr lang="en-GB" dirty="0"/>
              <a:t> </a:t>
            </a:r>
            <a:r>
              <a:rPr lang="en-GB" dirty="0" err="1"/>
              <a:t>kontroller</a:t>
            </a:r>
            <a:r>
              <a:rPr lang="en-GB" dirty="0"/>
              <a:t> matchet </a:t>
            </a:r>
            <a:r>
              <a:rPr lang="en-GB" dirty="0" err="1"/>
              <a:t>på</a:t>
            </a:r>
            <a:r>
              <a:rPr lang="en-GB" dirty="0"/>
              <a:t> </a:t>
            </a:r>
            <a:r>
              <a:rPr lang="en-GB" dirty="0" err="1"/>
              <a:t>køn</a:t>
            </a:r>
            <a:r>
              <a:rPr lang="en-GB" dirty="0"/>
              <a:t>, alder </a:t>
            </a:r>
            <a:r>
              <a:rPr lang="en-GB" dirty="0" err="1"/>
              <a:t>og</a:t>
            </a:r>
            <a:r>
              <a:rPr lang="en-GB" dirty="0"/>
              <a:t> </a:t>
            </a:r>
            <a:r>
              <a:rPr lang="en-GB" dirty="0" err="1"/>
              <a:t>kommune</a:t>
            </a:r>
            <a:r>
              <a:rPr lang="en-GB" dirty="0"/>
              <a:t>. </a:t>
            </a:r>
          </a:p>
          <a:p>
            <a:pPr marL="342900" indent="-342900">
              <a:buFont typeface="Arial" panose="020B0604020202020204" pitchFamily="34" charset="0"/>
              <a:buChar char="•"/>
            </a:pPr>
            <a:endParaRPr lang="en-GB" noProof="0" dirty="0"/>
          </a:p>
          <a:p>
            <a:pPr marL="342900" indent="-342900">
              <a:buFont typeface="Arial" panose="020B0604020202020204" pitchFamily="34" charset="0"/>
              <a:buChar char="•"/>
            </a:pPr>
            <a:r>
              <a:rPr lang="en-GB" b="1" dirty="0" err="1"/>
              <a:t>Herudover</a:t>
            </a:r>
            <a:r>
              <a:rPr lang="en-GB" b="1" dirty="0"/>
              <a:t>: </a:t>
            </a:r>
            <a:r>
              <a:rPr lang="en-GB" dirty="0"/>
              <a:t>Det Danske </a:t>
            </a:r>
            <a:r>
              <a:rPr lang="en-GB" dirty="0" err="1"/>
              <a:t>Kliniske</a:t>
            </a:r>
            <a:r>
              <a:rPr lang="en-GB" dirty="0"/>
              <a:t> Kvalitetsprogram (RKKP) </a:t>
            </a:r>
            <a:r>
              <a:rPr lang="en-GB" dirty="0" err="1"/>
              <a:t>og</a:t>
            </a:r>
            <a:r>
              <a:rPr lang="en-GB" dirty="0"/>
              <a:t> </a:t>
            </a:r>
            <a:r>
              <a:rPr lang="en-GB" dirty="0" err="1"/>
              <a:t>Cancerregisteret</a:t>
            </a:r>
            <a:r>
              <a:rPr lang="en-GB" dirty="0"/>
              <a:t> </a:t>
            </a:r>
          </a:p>
          <a:p>
            <a:pPr>
              <a:buNone/>
            </a:pPr>
            <a:endParaRPr lang="en-GB" dirty="0"/>
          </a:p>
          <a:p>
            <a:pPr marL="342900" indent="-342900">
              <a:buFont typeface="Arial" panose="020B0604020202020204" pitchFamily="34" charset="0"/>
              <a:buChar char="•"/>
            </a:pPr>
            <a:r>
              <a:rPr lang="en-GB" dirty="0" err="1"/>
              <a:t>Arbejder</a:t>
            </a:r>
            <a:r>
              <a:rPr lang="en-GB" dirty="0"/>
              <a:t> </a:t>
            </a:r>
            <a:r>
              <a:rPr lang="en-GB" dirty="0" err="1"/>
              <a:t>i</a:t>
            </a:r>
            <a:r>
              <a:rPr lang="en-GB" dirty="0"/>
              <a:t> R </a:t>
            </a:r>
            <a:r>
              <a:rPr lang="en-GB" dirty="0" err="1"/>
              <a:t>på</a:t>
            </a:r>
            <a:r>
              <a:rPr lang="en-GB" dirty="0"/>
              <a:t> DST </a:t>
            </a:r>
            <a:endParaRPr lang="en-GB" noProof="0" dirty="0"/>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89FA0F50-B4B3-556F-DD69-E0E9824A01A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Tree>
    <p:custDataLst>
      <p:custData r:id="rId1"/>
      <p:custData r:id="rId2"/>
      <p:tags r:id="rId3"/>
    </p:custDataLst>
    <p:extLst>
      <p:ext uri="{BB962C8B-B14F-4D97-AF65-F5344CB8AC3E}">
        <p14:creationId xmlns:p14="http://schemas.microsoft.com/office/powerpoint/2010/main" val="3843976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5C9F2-083A-C2E5-CAF2-8060DF5D0BF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78E0EEC-0FCB-367B-AEBE-261DBC6043EA}"/>
              </a:ext>
            </a:extLst>
          </p:cNvPr>
          <p:cNvSpPr>
            <a:spLocks noGrp="1"/>
          </p:cNvSpPr>
          <p:nvPr>
            <p:ph type="ctrTitle"/>
          </p:nvPr>
        </p:nvSpPr>
        <p:spPr>
          <a:xfrm>
            <a:off x="985838" y="2897841"/>
            <a:ext cx="10220325" cy="830997"/>
          </a:xfrm>
        </p:spPr>
        <p:txBody>
          <a:bodyPr/>
          <a:lstStyle/>
          <a:p>
            <a:pPr algn="ctr"/>
            <a:r>
              <a:rPr lang="da-DK" dirty="0"/>
              <a:t>FOKUS WP0</a:t>
            </a:r>
          </a:p>
        </p:txBody>
      </p:sp>
      <p:pic>
        <p:nvPicPr>
          <p:cNvPr id="3" name="Billede 2" descr="Et billede, der indeholder tekst, Font/skrifttype, Grafik, skærmbillede&#10;&#10;AI-genereret indhold kan være ukorrekt.">
            <a:extLst>
              <a:ext uri="{FF2B5EF4-FFF2-40B4-BE49-F238E27FC236}">
                <a16:creationId xmlns:a16="http://schemas.microsoft.com/office/drawing/2014/main" id="{FCEBC5B8-0210-0E47-1295-1B104A8FF9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Tree>
    <p:extLst>
      <p:ext uri="{BB962C8B-B14F-4D97-AF65-F5344CB8AC3E}">
        <p14:creationId xmlns:p14="http://schemas.microsoft.com/office/powerpoint/2010/main" val="1885257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9E6007-912A-D632-90FA-5EF53E75139E}"/>
              </a:ext>
            </a:extLst>
          </p:cNvPr>
          <p:cNvSpPr>
            <a:spLocks noGrp="1"/>
          </p:cNvSpPr>
          <p:nvPr>
            <p:ph type="ctrTitle"/>
          </p:nvPr>
        </p:nvSpPr>
        <p:spPr>
          <a:xfrm>
            <a:off x="985838" y="2316143"/>
            <a:ext cx="10220325" cy="1994392"/>
          </a:xfrm>
        </p:spPr>
        <p:txBody>
          <a:bodyPr/>
          <a:lstStyle/>
          <a:p>
            <a:r>
              <a:rPr lang="en-US" sz="3600" dirty="0"/>
              <a:t>Weight Stigma and Mental Health in Adults with Obesity: </a:t>
            </a:r>
            <a:br>
              <a:rPr lang="en-US" sz="3600" dirty="0"/>
            </a:br>
            <a:r>
              <a:rPr lang="en-US" sz="3600" dirty="0"/>
              <a:t>A Cross-Sectional Study from Central Denmark </a:t>
            </a:r>
            <a:endParaRPr lang="da-DK" sz="3600" dirty="0"/>
          </a:p>
        </p:txBody>
      </p:sp>
    </p:spTree>
    <p:extLst>
      <p:ext uri="{BB962C8B-B14F-4D97-AF65-F5344CB8AC3E}">
        <p14:creationId xmlns:p14="http://schemas.microsoft.com/office/powerpoint/2010/main" val="3768781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ADD38-50F8-66C9-B123-D9F3EF13F51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CB9D8C8-177D-19B4-D5DD-B64038A129DD}"/>
              </a:ext>
            </a:extLst>
          </p:cNvPr>
          <p:cNvSpPr>
            <a:spLocks noGrp="1"/>
          </p:cNvSpPr>
          <p:nvPr>
            <p:ph type="title"/>
          </p:nvPr>
        </p:nvSpPr>
        <p:spPr/>
        <p:txBody>
          <a:bodyPr/>
          <a:lstStyle/>
          <a:p>
            <a:r>
              <a:rPr lang="en-GB" noProof="0" dirty="0"/>
              <a:t>BAGGRUND </a:t>
            </a:r>
          </a:p>
        </p:txBody>
      </p:sp>
      <p:sp>
        <p:nvSpPr>
          <p:cNvPr id="5" name="Content Placeholder 4">
            <a:extLst>
              <a:ext uri="{FF2B5EF4-FFF2-40B4-BE49-F238E27FC236}">
                <a16:creationId xmlns:a16="http://schemas.microsoft.com/office/drawing/2014/main" id="{FAB96B79-E886-E21C-C9D3-7FE1578464E2}"/>
              </a:ext>
            </a:extLst>
          </p:cNvPr>
          <p:cNvSpPr>
            <a:spLocks noGrp="1"/>
          </p:cNvSpPr>
          <p:nvPr>
            <p:ph idx="1"/>
          </p:nvPr>
        </p:nvSpPr>
        <p:spPr>
          <a:xfrm>
            <a:off x="984249" y="1941635"/>
            <a:ext cx="10220325" cy="3937484"/>
          </a:xfrm>
        </p:spPr>
        <p:txBody>
          <a:bodyPr/>
          <a:lstStyle/>
          <a:p>
            <a:pPr>
              <a:buNone/>
            </a:pPr>
            <a:endParaRPr lang="da-DK" sz="2400" dirty="0"/>
          </a:p>
          <a:p>
            <a:pPr marL="457200" indent="-457200">
              <a:buFont typeface="Arial" panose="020B0604020202020204" pitchFamily="34" charset="0"/>
              <a:buChar char="•"/>
            </a:pPr>
            <a:r>
              <a:rPr lang="da-DK" sz="2400" dirty="0"/>
              <a:t>Svær overvægt (BMI ≥ 30 kg/m²) </a:t>
            </a:r>
            <a:br>
              <a:rPr lang="da-DK" sz="2400" dirty="0"/>
            </a:br>
            <a:r>
              <a:rPr lang="da-DK" sz="2400" dirty="0"/>
              <a:t>≠ kun et fysisk sundhedsproblem</a:t>
            </a:r>
          </a:p>
          <a:p>
            <a:pPr marL="457200" indent="-457200">
              <a:buFont typeface="Arial" panose="020B0604020202020204" pitchFamily="34" charset="0"/>
              <a:buChar char="•"/>
            </a:pPr>
            <a:endParaRPr lang="da-DK" sz="2400" dirty="0"/>
          </a:p>
          <a:p>
            <a:pPr marL="457200" indent="-457200">
              <a:buFont typeface="Arial" panose="020B0604020202020204" pitchFamily="34" charset="0"/>
              <a:buChar char="•"/>
            </a:pPr>
            <a:r>
              <a:rPr lang="da-DK" sz="2400" dirty="0"/>
              <a:t>Vægtstigma er udbredt og skadeligt</a:t>
            </a:r>
          </a:p>
          <a:p>
            <a:pPr marL="457200" indent="-457200">
              <a:buFont typeface="Arial" panose="020B0604020202020204" pitchFamily="34" charset="0"/>
              <a:buChar char="•"/>
            </a:pPr>
            <a:endParaRPr lang="da-DK" sz="2400" dirty="0"/>
          </a:p>
          <a:p>
            <a:pPr marL="457200" indent="-457200">
              <a:buFont typeface="Arial" panose="020B0604020202020204" pitchFamily="34" charset="0"/>
              <a:buChar char="•"/>
            </a:pPr>
            <a:r>
              <a:rPr lang="da-DK" sz="2400" dirty="0"/>
              <a:t>Der mangler store europæiske studier </a:t>
            </a:r>
          </a:p>
          <a:p>
            <a:endParaRPr lang="en-GB" noProof="0" dirty="0"/>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027A6714-27A6-BEEF-F70E-020A32C927D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pic>
        <p:nvPicPr>
          <p:cNvPr id="4" name="Billede 3" descr="Et billede, der indeholder person, tøj, Ansigt, mur&#10;&#10;AI-genereret indhold kan være ukorrekt.">
            <a:extLst>
              <a:ext uri="{FF2B5EF4-FFF2-40B4-BE49-F238E27FC236}">
                <a16:creationId xmlns:a16="http://schemas.microsoft.com/office/drawing/2014/main" id="{FBD5A06A-29DB-4E84-B605-D4C230A6F88B}"/>
              </a:ext>
            </a:extLst>
          </p:cNvPr>
          <p:cNvPicPr>
            <a:picLocks noChangeAspect="1"/>
          </p:cNvPicPr>
          <p:nvPr/>
        </p:nvPicPr>
        <p:blipFill>
          <a:blip r:embed="rId6">
            <a:extLst>
              <a:ext uri="{28A0092B-C50C-407E-A947-70E740481C1C}">
                <a14:useLocalDpi xmlns:a14="http://schemas.microsoft.com/office/drawing/2010/main" val="0"/>
              </a:ext>
            </a:extLst>
          </a:blip>
          <a:srcRect l="26724" r="3101"/>
          <a:stretch>
            <a:fillRect/>
          </a:stretch>
        </p:blipFill>
        <p:spPr>
          <a:xfrm>
            <a:off x="8072135" y="0"/>
            <a:ext cx="4116690" cy="3910863"/>
          </a:xfrm>
          <a:prstGeom prst="rect">
            <a:avLst/>
          </a:prstGeom>
        </p:spPr>
      </p:pic>
      <p:sp>
        <p:nvSpPr>
          <p:cNvPr id="6" name="Tekstfelt 5">
            <a:extLst>
              <a:ext uri="{FF2B5EF4-FFF2-40B4-BE49-F238E27FC236}">
                <a16:creationId xmlns:a16="http://schemas.microsoft.com/office/drawing/2014/main" id="{430E1189-EAE4-660A-FAF2-4A96305E8102}"/>
              </a:ext>
            </a:extLst>
          </p:cNvPr>
          <p:cNvSpPr txBox="1"/>
          <p:nvPr/>
        </p:nvSpPr>
        <p:spPr>
          <a:xfrm>
            <a:off x="9406780" y="3614078"/>
            <a:ext cx="7670746" cy="592598"/>
          </a:xfrm>
          <a:prstGeom prst="rect">
            <a:avLst/>
          </a:prstGeom>
          <a:noFill/>
        </p:spPr>
        <p:txBody>
          <a:bodyPr wrap="square">
            <a:spAutoFit/>
          </a:bodyPr>
          <a:lstStyle/>
          <a:p>
            <a:r>
              <a:rPr lang="da-DK" sz="800" b="0" dirty="0">
                <a:solidFill>
                  <a:srgbClr val="212529"/>
                </a:solidFill>
                <a:effectLst/>
                <a:latin typeface="+mn-lt"/>
              </a:rPr>
              <a:t>Foto: Nationalt Center for Overvægt. Fotograf: Gary Britton</a:t>
            </a:r>
            <a:endParaRPr lang="da-DK" sz="800" dirty="0">
              <a:latin typeface="+mn-lt"/>
            </a:endParaRPr>
          </a:p>
        </p:txBody>
      </p:sp>
    </p:spTree>
    <p:custDataLst>
      <p:custData r:id="rId1"/>
      <p:custData r:id="rId2"/>
      <p:tags r:id="rId3"/>
    </p:custDataLst>
    <p:extLst>
      <p:ext uri="{BB962C8B-B14F-4D97-AF65-F5344CB8AC3E}">
        <p14:creationId xmlns:p14="http://schemas.microsoft.com/office/powerpoint/2010/main" val="3926466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D2A45-9742-1878-2DE9-BCC21629D1C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D6DEDA-E516-0252-E982-2DCE5C474B89}"/>
              </a:ext>
            </a:extLst>
          </p:cNvPr>
          <p:cNvSpPr>
            <a:spLocks noGrp="1"/>
          </p:cNvSpPr>
          <p:nvPr>
            <p:ph type="title"/>
          </p:nvPr>
        </p:nvSpPr>
        <p:spPr/>
        <p:txBody>
          <a:bodyPr/>
          <a:lstStyle/>
          <a:p>
            <a:r>
              <a:rPr lang="en-GB" noProof="0" dirty="0" err="1"/>
              <a:t>Formål</a:t>
            </a:r>
            <a:r>
              <a:rPr lang="en-GB" noProof="0" dirty="0"/>
              <a:t> </a:t>
            </a:r>
            <a:r>
              <a:rPr lang="en-GB" noProof="0" dirty="0" err="1"/>
              <a:t>og</a:t>
            </a:r>
            <a:r>
              <a:rPr lang="en-GB" noProof="0" dirty="0"/>
              <a:t> data</a:t>
            </a:r>
          </a:p>
        </p:txBody>
      </p:sp>
      <p:sp>
        <p:nvSpPr>
          <p:cNvPr id="5" name="Content Placeholder 4">
            <a:extLst>
              <a:ext uri="{FF2B5EF4-FFF2-40B4-BE49-F238E27FC236}">
                <a16:creationId xmlns:a16="http://schemas.microsoft.com/office/drawing/2014/main" id="{F4725181-9CB4-00DC-025D-92F8C15F5434}"/>
              </a:ext>
            </a:extLst>
          </p:cNvPr>
          <p:cNvSpPr>
            <a:spLocks noGrp="1"/>
          </p:cNvSpPr>
          <p:nvPr>
            <p:ph idx="1"/>
          </p:nvPr>
        </p:nvSpPr>
        <p:spPr>
          <a:xfrm>
            <a:off x="998720" y="1960079"/>
            <a:ext cx="10220325" cy="3937484"/>
          </a:xfrm>
        </p:spPr>
        <p:txBody>
          <a:bodyPr/>
          <a:lstStyle/>
          <a:p>
            <a:pPr marL="285750" indent="-285750">
              <a:buFont typeface="Arial" panose="020B0604020202020204" pitchFamily="34" charset="0"/>
              <a:buChar char="•"/>
            </a:pPr>
            <a:r>
              <a:rPr lang="da-DK" sz="1600" b="1" dirty="0"/>
              <a:t>Formål</a:t>
            </a:r>
            <a:br>
              <a:rPr lang="da-DK" sz="1600" dirty="0"/>
            </a:br>
            <a:r>
              <a:rPr lang="da-DK" sz="1600" dirty="0"/>
              <a:t>At beskrive vægtstigmatisering og mental sundhed blandt voksne med svær overvægt sammenlignet med voksne uden svær overvægt.</a:t>
            </a:r>
            <a:br>
              <a:rPr lang="da-DK" sz="1600" dirty="0"/>
            </a:br>
            <a:endParaRPr lang="da-DK" sz="1600" dirty="0"/>
          </a:p>
          <a:p>
            <a:pPr marL="285750" indent="-285750">
              <a:buFont typeface="Arial" panose="020B0604020202020204" pitchFamily="34" charset="0"/>
              <a:buChar char="•"/>
            </a:pPr>
            <a:r>
              <a:rPr lang="da-DK" sz="1600" b="1" dirty="0"/>
              <a:t>Hypotese</a:t>
            </a:r>
            <a:br>
              <a:rPr lang="da-DK" sz="1600" dirty="0"/>
            </a:br>
            <a:r>
              <a:rPr lang="da-DK" sz="1600" dirty="0"/>
              <a:t>Voksne med svær overvægt rapporterer dårligere mental sundhed, lavere livskvalitet, større grad af vægtstigmatisering, højere </a:t>
            </a:r>
            <a:r>
              <a:rPr lang="da-DK" sz="1600" dirty="0" err="1"/>
              <a:t>bodily</a:t>
            </a:r>
            <a:r>
              <a:rPr lang="da-DK" sz="1600" dirty="0"/>
              <a:t> </a:t>
            </a:r>
            <a:r>
              <a:rPr lang="da-DK" sz="1600" dirty="0" err="1"/>
              <a:t>distress</a:t>
            </a:r>
            <a:r>
              <a:rPr lang="da-DK" sz="1600" dirty="0"/>
              <a:t>-niveau samt større ensomhed sammenlignet med voksne uden svær overvægt.</a:t>
            </a:r>
            <a:br>
              <a:rPr lang="da-DK" sz="1600" dirty="0"/>
            </a:br>
            <a:endParaRPr lang="da-DK" sz="1600" dirty="0"/>
          </a:p>
          <a:p>
            <a:pPr marL="285750" indent="-285750">
              <a:buFont typeface="Arial" panose="020B0604020202020204" pitchFamily="34" charset="0"/>
              <a:buChar char="•"/>
            </a:pPr>
            <a:r>
              <a:rPr lang="da-DK" sz="1600" b="1" dirty="0"/>
              <a:t>Studiedesign</a:t>
            </a:r>
            <a:br>
              <a:rPr lang="da-DK" sz="1600" b="1" dirty="0"/>
            </a:br>
            <a:r>
              <a:rPr lang="da-DK" sz="1600" dirty="0"/>
              <a:t>Tværsnitsstudie </a:t>
            </a:r>
            <a:br>
              <a:rPr lang="da-DK" sz="1600" dirty="0"/>
            </a:br>
            <a:r>
              <a:rPr lang="da-DK" sz="1600" dirty="0"/>
              <a:t>Retrospektive registerdata koblet med spørgeskemadata fra Helbred i Midt/Health in Central Denmark (HICD) 2024-undersøgelsen (n ≈ 50.000).</a:t>
            </a:r>
            <a:br>
              <a:rPr lang="da-DK" sz="1600" dirty="0"/>
            </a:br>
            <a:endParaRPr lang="da-DK" sz="1600" dirty="0"/>
          </a:p>
          <a:p>
            <a:pPr marL="285750" indent="-285750">
              <a:buFont typeface="Arial" panose="020B0604020202020204" pitchFamily="34" charset="0"/>
              <a:buChar char="•"/>
            </a:pPr>
            <a:r>
              <a:rPr lang="da-DK" sz="1600" b="1" dirty="0"/>
              <a:t>Forhåndsregistrering</a:t>
            </a:r>
            <a:br>
              <a:rPr lang="da-DK" sz="1600" b="1" dirty="0"/>
            </a:br>
            <a:r>
              <a:rPr lang="da-DK" sz="1600" dirty="0"/>
              <a:t>Analyseplan time-</a:t>
            </a:r>
            <a:r>
              <a:rPr lang="da-DK" sz="1600" dirty="0" err="1"/>
              <a:t>stamped</a:t>
            </a:r>
            <a:r>
              <a:rPr lang="da-DK" sz="1600" dirty="0"/>
              <a:t> og uploadet Open Science </a:t>
            </a:r>
            <a:r>
              <a:rPr lang="da-DK" sz="1600" dirty="0" err="1"/>
              <a:t>Framewrok</a:t>
            </a:r>
            <a:r>
              <a:rPr lang="da-DK" sz="1600" dirty="0"/>
              <a:t> inden påbegyndelse analyse </a:t>
            </a:r>
          </a:p>
          <a:p>
            <a:endParaRPr lang="en-GB" noProof="0" dirty="0"/>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3189AA3C-7EEC-45CD-2918-139CDA0EB86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Tree>
    <p:custDataLst>
      <p:custData r:id="rId1"/>
      <p:custData r:id="rId2"/>
      <p:tags r:id="rId3"/>
    </p:custDataLst>
    <p:extLst>
      <p:ext uri="{BB962C8B-B14F-4D97-AF65-F5344CB8AC3E}">
        <p14:creationId xmlns:p14="http://schemas.microsoft.com/office/powerpoint/2010/main" val="1315193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1C532-E4A7-7D8F-ADB2-96256C5B0F8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84C300E-C358-5323-3B77-54F7295649F8}"/>
              </a:ext>
            </a:extLst>
          </p:cNvPr>
          <p:cNvSpPr>
            <a:spLocks noGrp="1"/>
          </p:cNvSpPr>
          <p:nvPr>
            <p:ph type="title"/>
          </p:nvPr>
        </p:nvSpPr>
        <p:spPr>
          <a:xfrm>
            <a:off x="315913" y="149115"/>
            <a:ext cx="11557000" cy="901006"/>
          </a:xfrm>
        </p:spPr>
        <p:txBody>
          <a:bodyPr/>
          <a:lstStyle/>
          <a:p>
            <a:r>
              <a:rPr lang="en-GB" noProof="0" dirty="0"/>
              <a:t>Metode </a:t>
            </a:r>
          </a:p>
        </p:txBody>
      </p:sp>
      <p:sp>
        <p:nvSpPr>
          <p:cNvPr id="5" name="Content Placeholder 4">
            <a:extLst>
              <a:ext uri="{FF2B5EF4-FFF2-40B4-BE49-F238E27FC236}">
                <a16:creationId xmlns:a16="http://schemas.microsoft.com/office/drawing/2014/main" id="{1BC03C06-BB12-807E-7D20-5E187E48FFC4}"/>
              </a:ext>
            </a:extLst>
          </p:cNvPr>
          <p:cNvSpPr>
            <a:spLocks noGrp="1"/>
          </p:cNvSpPr>
          <p:nvPr>
            <p:ph idx="1"/>
          </p:nvPr>
        </p:nvSpPr>
        <p:spPr/>
        <p:txBody>
          <a:bodyPr/>
          <a:lstStyle/>
          <a:p>
            <a:pPr marL="342900" indent="-342900">
              <a:buFont typeface="Arial" panose="020B0604020202020204" pitchFamily="34" charset="0"/>
              <a:buChar char="•"/>
            </a:pPr>
            <a:r>
              <a:rPr lang="da-DK" sz="1600" b="1" dirty="0"/>
              <a:t>Eksponering:</a:t>
            </a:r>
            <a:r>
              <a:rPr lang="da-DK" sz="1600" dirty="0"/>
              <a:t> Selvrapporteret BMI ≥ 30.0 kg/m²</a:t>
            </a:r>
          </a:p>
          <a:p>
            <a:pPr marL="342900" indent="-342900">
              <a:buFont typeface="Arial" panose="020B0604020202020204" pitchFamily="34" charset="0"/>
              <a:buChar char="•"/>
            </a:pPr>
            <a:r>
              <a:rPr lang="da-DK" sz="1600" b="1" dirty="0" err="1"/>
              <a:t>Outcomes</a:t>
            </a:r>
            <a:r>
              <a:rPr lang="da-DK" sz="1600" b="1" dirty="0"/>
              <a:t>: </a:t>
            </a:r>
            <a:r>
              <a:rPr lang="da-DK" sz="1600" dirty="0"/>
              <a:t>validerede mål i spørgeskemaet:</a:t>
            </a:r>
            <a:endParaRPr lang="da-DK" noProof="0" dirty="0"/>
          </a:p>
          <a:p>
            <a:pPr marL="342900" indent="-342900">
              <a:buFont typeface="Arial" panose="020B0604020202020204" pitchFamily="34" charset="0"/>
              <a:buChar char="•"/>
            </a:pPr>
            <a:endParaRPr lang="da-DK" dirty="0"/>
          </a:p>
          <a:p>
            <a:pPr marL="342900" indent="-342900">
              <a:buFont typeface="Arial" panose="020B0604020202020204" pitchFamily="34" charset="0"/>
              <a:buChar char="•"/>
            </a:pPr>
            <a:endParaRPr lang="da-DK" noProof="0" dirty="0"/>
          </a:p>
          <a:p>
            <a:pPr marL="342900" indent="-342900">
              <a:buFont typeface="Arial" panose="020B0604020202020204" pitchFamily="34" charset="0"/>
              <a:buChar char="•"/>
            </a:pPr>
            <a:endParaRPr lang="da-DK" dirty="0"/>
          </a:p>
          <a:p>
            <a:pPr marL="342900" indent="-342900">
              <a:buFont typeface="Arial" panose="020B0604020202020204" pitchFamily="34" charset="0"/>
              <a:buChar char="•"/>
            </a:pPr>
            <a:endParaRPr lang="da-DK" altLang="da-DK" sz="1600" dirty="0"/>
          </a:p>
          <a:p>
            <a:pPr marL="342900" indent="-342900">
              <a:buFont typeface="Arial" panose="020B0604020202020204" pitchFamily="34" charset="0"/>
              <a:buChar char="•"/>
            </a:pPr>
            <a:endParaRPr lang="da-DK" altLang="da-DK" sz="1600" dirty="0"/>
          </a:p>
          <a:p>
            <a:pPr marL="342900" indent="-342900">
              <a:buFont typeface="Arial" panose="020B0604020202020204" pitchFamily="34" charset="0"/>
              <a:buChar char="•"/>
            </a:pPr>
            <a:r>
              <a:rPr lang="da-DK" altLang="da-DK" sz="1600" dirty="0" err="1"/>
              <a:t>Outcomes</a:t>
            </a:r>
            <a:r>
              <a:rPr lang="da-DK" altLang="da-DK" sz="1600" dirty="0"/>
              <a:t> </a:t>
            </a:r>
            <a:r>
              <a:rPr lang="da-DK" altLang="da-DK" sz="1600" dirty="0" err="1"/>
              <a:t>dikotomiseret</a:t>
            </a:r>
            <a:r>
              <a:rPr lang="da-DK" altLang="da-DK" sz="1600" dirty="0"/>
              <a:t>, analyseret med </a:t>
            </a:r>
            <a:r>
              <a:rPr lang="da-DK" altLang="da-DK" sz="1600" dirty="0" err="1"/>
              <a:t>modified</a:t>
            </a:r>
            <a:r>
              <a:rPr lang="da-DK" altLang="da-DK" sz="1600" dirty="0"/>
              <a:t> </a:t>
            </a:r>
            <a:r>
              <a:rPr lang="da-DK" altLang="da-DK" sz="1600" dirty="0" err="1"/>
              <a:t>Poisson</a:t>
            </a:r>
            <a:r>
              <a:rPr lang="da-DK" altLang="da-DK" sz="1600" dirty="0"/>
              <a:t>‑regression for prævalensratio (PR) og 95% CI, justeret for relevante </a:t>
            </a:r>
            <a:r>
              <a:rPr lang="da-DK" altLang="da-DK" sz="1600" dirty="0" err="1"/>
              <a:t>kovariater</a:t>
            </a:r>
            <a:r>
              <a:rPr lang="da-DK" altLang="da-DK" sz="1600" dirty="0"/>
              <a:t> </a:t>
            </a:r>
            <a:r>
              <a:rPr lang="da-DK" altLang="da-DK" sz="800" dirty="0"/>
              <a:t>(alder, køn, uddannelse, civilstand (-T-ILS), komorbiditet). </a:t>
            </a:r>
          </a:p>
          <a:p>
            <a:pPr>
              <a:buNone/>
            </a:pPr>
            <a:endParaRPr lang="da-DK" sz="1600" noProof="0" dirty="0"/>
          </a:p>
          <a:p>
            <a:pPr marL="342900" indent="-342900">
              <a:buFont typeface="Arial" panose="020B0604020202020204" pitchFamily="34" charset="0"/>
              <a:buChar char="•"/>
            </a:pPr>
            <a:r>
              <a:rPr lang="da-DK" altLang="da-DK" sz="1600" dirty="0"/>
              <a:t>BMI blev også analyseret kontinuerligt for WHO‑5 og SF‑12 for at undersøge sammenhænge på tværs af BMI‑niveauer.</a:t>
            </a:r>
            <a:endParaRPr lang="en-GB" sz="1600" noProof="0" dirty="0"/>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182791CC-7433-8797-5F99-F9F1991B366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pic>
        <p:nvPicPr>
          <p:cNvPr id="4" name="Billede 3" descr="Et billede, der indeholder skitse, tegning, Stregtegning, tegneserie&#10;&#10;AI-genereret indhold kan være ukorrekt.">
            <a:extLst>
              <a:ext uri="{FF2B5EF4-FFF2-40B4-BE49-F238E27FC236}">
                <a16:creationId xmlns:a16="http://schemas.microsoft.com/office/drawing/2014/main" id="{D253569C-20DC-BDC6-09D9-FA8F623E2441}"/>
              </a:ext>
            </a:extLst>
          </p:cNvPr>
          <p:cNvPicPr>
            <a:picLocks noChangeAspect="1"/>
          </p:cNvPicPr>
          <p:nvPr/>
        </p:nvPicPr>
        <p:blipFill>
          <a:blip r:embed="rId6">
            <a:biLevel thresh="75000"/>
            <a:extLst>
              <a:ext uri="{BEBA8EAE-BF5A-486C-A8C5-ECC9F3942E4B}">
                <a14:imgProps xmlns:a14="http://schemas.microsoft.com/office/drawing/2010/main">
                  <a14:imgLayer r:embed="rId7">
                    <a14:imgEffect>
                      <a14:sharpenSoften amount="50000"/>
                    </a14:imgEffect>
                    <a14:imgEffect>
                      <a14:saturation sat="0"/>
                    </a14:imgEffect>
                  </a14:imgLayer>
                </a14:imgProps>
              </a:ext>
            </a:extLst>
          </a:blip>
          <a:srcRect t="51413" r="66856"/>
          <a:stretch>
            <a:fillRect/>
          </a:stretch>
        </p:blipFill>
        <p:spPr>
          <a:xfrm>
            <a:off x="7256150" y="2577712"/>
            <a:ext cx="1190177" cy="1202907"/>
          </a:xfrm>
          <a:prstGeom prst="rect">
            <a:avLst/>
          </a:prstGeom>
        </p:spPr>
      </p:pic>
      <p:pic>
        <p:nvPicPr>
          <p:cNvPr id="6" name="Billede 5" descr="Et billede, der indeholder skitse, tegning, Stregtegning, tegneserie&#10;&#10;AI-genereret indhold kan være ukorrekt.">
            <a:extLst>
              <a:ext uri="{FF2B5EF4-FFF2-40B4-BE49-F238E27FC236}">
                <a16:creationId xmlns:a16="http://schemas.microsoft.com/office/drawing/2014/main" id="{55826BFE-2EA4-25AA-2172-CD16FF25C73E}"/>
              </a:ext>
            </a:extLst>
          </p:cNvPr>
          <p:cNvPicPr>
            <a:picLocks noChangeAspect="1"/>
          </p:cNvPicPr>
          <p:nvPr/>
        </p:nvPicPr>
        <p:blipFill>
          <a:blip r:embed="rId6">
            <a:biLevel thresh="75000"/>
            <a:extLst>
              <a:ext uri="{BEBA8EAE-BF5A-486C-A8C5-ECC9F3942E4B}">
                <a14:imgProps xmlns:a14="http://schemas.microsoft.com/office/drawing/2010/main">
                  <a14:imgLayer r:embed="rId7">
                    <a14:imgEffect>
                      <a14:sharpenSoften amount="50000"/>
                    </a14:imgEffect>
                    <a14:imgEffect>
                      <a14:saturation sat="0"/>
                    </a14:imgEffect>
                  </a14:imgLayer>
                </a14:imgProps>
              </a:ext>
            </a:extLst>
          </a:blip>
          <a:srcRect l="60439" t="48816"/>
          <a:stretch>
            <a:fillRect/>
          </a:stretch>
        </p:blipFill>
        <p:spPr>
          <a:xfrm>
            <a:off x="9046740" y="2552515"/>
            <a:ext cx="1471417" cy="1312501"/>
          </a:xfrm>
          <a:prstGeom prst="rect">
            <a:avLst/>
          </a:prstGeom>
        </p:spPr>
      </p:pic>
      <p:pic>
        <p:nvPicPr>
          <p:cNvPr id="7" name="Billede 6" descr="Et billede, der indeholder skitse, tegning, Stregtegning, tegneserie&#10;&#10;AI-genereret indhold kan være ukorrekt.">
            <a:extLst>
              <a:ext uri="{FF2B5EF4-FFF2-40B4-BE49-F238E27FC236}">
                <a16:creationId xmlns:a16="http://schemas.microsoft.com/office/drawing/2014/main" id="{A70B8089-BCAE-31DB-3FD1-9F276D41F590}"/>
              </a:ext>
            </a:extLst>
          </p:cNvPr>
          <p:cNvPicPr>
            <a:picLocks noChangeAspect="1"/>
          </p:cNvPicPr>
          <p:nvPr/>
        </p:nvPicPr>
        <p:blipFill>
          <a:blip r:embed="rId6">
            <a:biLevel thresh="75000"/>
            <a:extLst>
              <a:ext uri="{BEBA8EAE-BF5A-486C-A8C5-ECC9F3942E4B}">
                <a14:imgProps xmlns:a14="http://schemas.microsoft.com/office/drawing/2010/main">
                  <a14:imgLayer r:embed="rId7">
                    <a14:imgEffect>
                      <a14:sharpenSoften amount="50000"/>
                    </a14:imgEffect>
                    <a14:imgEffect>
                      <a14:saturation sat="0"/>
                    </a14:imgEffect>
                  </a14:imgLayer>
                </a14:imgProps>
              </a:ext>
            </a:extLst>
          </a:blip>
          <a:srcRect l="34493" r="38212" b="46722"/>
          <a:stretch>
            <a:fillRect/>
          </a:stretch>
        </p:blipFill>
        <p:spPr>
          <a:xfrm>
            <a:off x="3533635" y="2545236"/>
            <a:ext cx="998811" cy="1344163"/>
          </a:xfrm>
          <a:prstGeom prst="rect">
            <a:avLst/>
          </a:prstGeom>
        </p:spPr>
      </p:pic>
      <p:pic>
        <p:nvPicPr>
          <p:cNvPr id="8" name="Billede 7" descr="Et billede, der indeholder skitse, tegning, Stregtegning, tegneserie&#10;&#10;AI-genereret indhold kan være ukorrekt.">
            <a:extLst>
              <a:ext uri="{FF2B5EF4-FFF2-40B4-BE49-F238E27FC236}">
                <a16:creationId xmlns:a16="http://schemas.microsoft.com/office/drawing/2014/main" id="{8D2C4367-96CE-CDDA-EA96-AB671E57181B}"/>
              </a:ext>
            </a:extLst>
          </p:cNvPr>
          <p:cNvPicPr>
            <a:picLocks noChangeAspect="1"/>
          </p:cNvPicPr>
          <p:nvPr/>
        </p:nvPicPr>
        <p:blipFill>
          <a:blip r:embed="rId6">
            <a:biLevel thresh="75000"/>
            <a:extLst>
              <a:ext uri="{BEBA8EAE-BF5A-486C-A8C5-ECC9F3942E4B}">
                <a14:imgProps xmlns:a14="http://schemas.microsoft.com/office/drawing/2010/main">
                  <a14:imgLayer r:embed="rId7">
                    <a14:imgEffect>
                      <a14:sharpenSoften amount="50000"/>
                    </a14:imgEffect>
                    <a14:imgEffect>
                      <a14:saturation sat="0"/>
                    </a14:imgEffect>
                  </a14:imgLayer>
                </a14:imgProps>
              </a:ext>
            </a:extLst>
          </a:blip>
          <a:srcRect r="66856" b="49592"/>
          <a:stretch>
            <a:fillRect/>
          </a:stretch>
        </p:blipFill>
        <p:spPr>
          <a:xfrm>
            <a:off x="1526009" y="2567350"/>
            <a:ext cx="1190177" cy="1247986"/>
          </a:xfrm>
          <a:prstGeom prst="rect">
            <a:avLst/>
          </a:prstGeom>
        </p:spPr>
      </p:pic>
      <p:pic>
        <p:nvPicPr>
          <p:cNvPr id="9" name="Billede 8" descr="Et billede, der indeholder skitse, tegning, Stregtegning, tegneserie&#10;&#10;AI-genereret indhold kan være ukorrekt.">
            <a:extLst>
              <a:ext uri="{FF2B5EF4-FFF2-40B4-BE49-F238E27FC236}">
                <a16:creationId xmlns:a16="http://schemas.microsoft.com/office/drawing/2014/main" id="{5ADA3CEE-12FE-1F43-D370-5DA173BB547A}"/>
              </a:ext>
            </a:extLst>
          </p:cNvPr>
          <p:cNvPicPr>
            <a:picLocks noChangeAspect="1"/>
          </p:cNvPicPr>
          <p:nvPr/>
        </p:nvPicPr>
        <p:blipFill>
          <a:blip r:embed="rId6">
            <a:biLevel thresh="75000"/>
            <a:extLst>
              <a:ext uri="{BEBA8EAE-BF5A-486C-A8C5-ECC9F3942E4B}">
                <a14:imgProps xmlns:a14="http://schemas.microsoft.com/office/drawing/2010/main">
                  <a14:imgLayer r:embed="rId7">
                    <a14:imgEffect>
                      <a14:sharpenSoften amount="50000"/>
                    </a14:imgEffect>
                    <a14:imgEffect>
                      <a14:saturation sat="0"/>
                    </a14:imgEffect>
                  </a14:imgLayer>
                </a14:imgProps>
              </a:ext>
            </a:extLst>
          </a:blip>
          <a:srcRect l="60439" b="45168"/>
          <a:stretch>
            <a:fillRect/>
          </a:stretch>
        </p:blipFill>
        <p:spPr>
          <a:xfrm>
            <a:off x="5300046" y="2534537"/>
            <a:ext cx="1449897" cy="1385488"/>
          </a:xfrm>
          <a:prstGeom prst="rect">
            <a:avLst/>
          </a:prstGeom>
        </p:spPr>
      </p:pic>
      <p:sp>
        <p:nvSpPr>
          <p:cNvPr id="10" name="Tekstfelt 9">
            <a:extLst>
              <a:ext uri="{FF2B5EF4-FFF2-40B4-BE49-F238E27FC236}">
                <a16:creationId xmlns:a16="http://schemas.microsoft.com/office/drawing/2014/main" id="{35494C1F-9891-3959-CAFA-8BECC638C338}"/>
              </a:ext>
            </a:extLst>
          </p:cNvPr>
          <p:cNvSpPr txBox="1"/>
          <p:nvPr/>
        </p:nvSpPr>
        <p:spPr>
          <a:xfrm>
            <a:off x="1413892" y="3814435"/>
            <a:ext cx="9001000" cy="555537"/>
          </a:xfrm>
          <a:prstGeom prst="rect">
            <a:avLst/>
          </a:prstGeom>
          <a:noFill/>
        </p:spPr>
        <p:txBody>
          <a:bodyPr wrap="square" lIns="0" tIns="0" rIns="0" bIns="0" rtlCol="0">
            <a:spAutoFit/>
          </a:bodyPr>
          <a:lstStyle/>
          <a:p>
            <a:pPr>
              <a:lnSpc>
                <a:spcPct val="95000"/>
              </a:lnSpc>
            </a:pPr>
            <a:r>
              <a:rPr lang="da-DK" sz="1600" dirty="0">
                <a:latin typeface="+mn-lt"/>
              </a:rPr>
              <a:t>        WBIS-m                       WHO-5                            SF-12                             BDS                                 T-ILS</a:t>
            </a:r>
          </a:p>
          <a:p>
            <a:pPr>
              <a:lnSpc>
                <a:spcPct val="95000"/>
              </a:lnSpc>
            </a:pPr>
            <a:r>
              <a:rPr lang="en-US" sz="600" dirty="0"/>
              <a:t>modified Weight Bias Internalization Scale                       World Health Organization-Five Well Being Index                           12-item Short Form Health Survey                                      Bodily Distress Syndrome Checklist                                            Three-Item Loneliness Scale</a:t>
            </a:r>
            <a:endParaRPr lang="da-DK" sz="600" dirty="0">
              <a:latin typeface="+mn-lt"/>
            </a:endParaRPr>
          </a:p>
          <a:p>
            <a:pPr>
              <a:lnSpc>
                <a:spcPct val="95000"/>
              </a:lnSpc>
            </a:pPr>
            <a:endParaRPr lang="da-DK" sz="1600" dirty="0">
              <a:latin typeface="+mn-lt"/>
            </a:endParaRPr>
          </a:p>
        </p:txBody>
      </p:sp>
    </p:spTree>
    <p:custDataLst>
      <p:custData r:id="rId1"/>
      <p:custData r:id="rId2"/>
      <p:tags r:id="rId3"/>
    </p:custDataLst>
    <p:extLst>
      <p:ext uri="{BB962C8B-B14F-4D97-AF65-F5344CB8AC3E}">
        <p14:creationId xmlns:p14="http://schemas.microsoft.com/office/powerpoint/2010/main" val="236447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DEF7B-EBCD-E097-F684-2B990008FA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E8A130-082E-F4F8-925B-0807E9DB8E8F}"/>
              </a:ext>
            </a:extLst>
          </p:cNvPr>
          <p:cNvSpPr>
            <a:spLocks noGrp="1"/>
          </p:cNvSpPr>
          <p:nvPr>
            <p:ph type="title"/>
          </p:nvPr>
        </p:nvSpPr>
        <p:spPr/>
        <p:txBody>
          <a:bodyPr/>
          <a:lstStyle/>
          <a:p>
            <a:r>
              <a:rPr lang="en-GB" noProof="0" dirty="0" err="1"/>
              <a:t>Foreløbige</a:t>
            </a:r>
            <a:r>
              <a:rPr lang="en-GB" noProof="0" dirty="0"/>
              <a:t> </a:t>
            </a:r>
            <a:r>
              <a:rPr lang="en-GB" noProof="0" dirty="0" err="1"/>
              <a:t>resultater</a:t>
            </a:r>
            <a:r>
              <a:rPr lang="en-GB" noProof="0" dirty="0"/>
              <a:t> </a:t>
            </a:r>
          </a:p>
        </p:txBody>
      </p:sp>
      <p:sp>
        <p:nvSpPr>
          <p:cNvPr id="5" name="Content Placeholder 4">
            <a:extLst>
              <a:ext uri="{FF2B5EF4-FFF2-40B4-BE49-F238E27FC236}">
                <a16:creationId xmlns:a16="http://schemas.microsoft.com/office/drawing/2014/main" id="{39F03D75-DE07-655A-CD57-FB0B8691A515}"/>
              </a:ext>
            </a:extLst>
          </p:cNvPr>
          <p:cNvSpPr>
            <a:spLocks noGrp="1"/>
          </p:cNvSpPr>
          <p:nvPr>
            <p:ph idx="1"/>
          </p:nvPr>
        </p:nvSpPr>
        <p:spPr>
          <a:xfrm>
            <a:off x="985839" y="1960079"/>
            <a:ext cx="2012230" cy="2116993"/>
          </a:xfrm>
        </p:spPr>
        <p:txBody>
          <a:bodyPr/>
          <a:lstStyle/>
          <a:p>
            <a:r>
              <a:rPr lang="da-DK" dirty="0"/>
              <a:t>Personer med svær overvægt havde signifikant dårligere udfald i alle de analyserede kategorier!</a:t>
            </a:r>
            <a:endParaRPr lang="en-GB" noProof="0" dirty="0"/>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A760F2F3-ECA1-6810-EA81-746A6E9866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pic>
        <p:nvPicPr>
          <p:cNvPr id="4" name="Billede 3" descr="Et billede, der indeholder skitse, tegning, Stregtegning, tegneserie&#10;&#10;AI-genereret indhold kan være ukorrekt.">
            <a:extLst>
              <a:ext uri="{FF2B5EF4-FFF2-40B4-BE49-F238E27FC236}">
                <a16:creationId xmlns:a16="http://schemas.microsoft.com/office/drawing/2014/main" id="{D0B59789-50E5-46F2-F7BA-326D9244D439}"/>
              </a:ext>
            </a:extLst>
          </p:cNvPr>
          <p:cNvPicPr>
            <a:picLocks noChangeAspect="1"/>
          </p:cNvPicPr>
          <p:nvPr/>
        </p:nvPicPr>
        <p:blipFill>
          <a:blip r:embed="rId6">
            <a:biLevel thresh="75000"/>
            <a:extLst>
              <a:ext uri="{BEBA8EAE-BF5A-486C-A8C5-ECC9F3942E4B}">
                <a14:imgProps xmlns:a14="http://schemas.microsoft.com/office/drawing/2010/main">
                  <a14:imgLayer r:embed="rId7">
                    <a14:imgEffect>
                      <a14:sharpenSoften amount="50000"/>
                    </a14:imgEffect>
                    <a14:imgEffect>
                      <a14:saturation sat="0"/>
                    </a14:imgEffect>
                  </a14:imgLayer>
                </a14:imgProps>
              </a:ext>
            </a:extLst>
          </a:blip>
          <a:srcRect r="66856"/>
          <a:stretch>
            <a:fillRect/>
          </a:stretch>
        </p:blipFill>
        <p:spPr>
          <a:xfrm>
            <a:off x="362338" y="4339270"/>
            <a:ext cx="748359" cy="1556710"/>
          </a:xfrm>
          <a:prstGeom prst="rect">
            <a:avLst/>
          </a:prstGeom>
        </p:spPr>
      </p:pic>
      <p:pic>
        <p:nvPicPr>
          <p:cNvPr id="6" name="Billede 5" descr="Et billede, der indeholder skitse, tegning, Stregtegning, tegneserie&#10;&#10;AI-genereret indhold kan være ukorrekt.">
            <a:extLst>
              <a:ext uri="{FF2B5EF4-FFF2-40B4-BE49-F238E27FC236}">
                <a16:creationId xmlns:a16="http://schemas.microsoft.com/office/drawing/2014/main" id="{0955B025-ACCD-72E1-EF10-E51E852AFD25}"/>
              </a:ext>
            </a:extLst>
          </p:cNvPr>
          <p:cNvPicPr>
            <a:picLocks noChangeAspect="1"/>
          </p:cNvPicPr>
          <p:nvPr/>
        </p:nvPicPr>
        <p:blipFill>
          <a:blip r:embed="rId6">
            <a:biLevel thresh="75000"/>
            <a:extLst>
              <a:ext uri="{BEBA8EAE-BF5A-486C-A8C5-ECC9F3942E4B}">
                <a14:imgProps xmlns:a14="http://schemas.microsoft.com/office/drawing/2010/main">
                  <a14:imgLayer r:embed="rId7">
                    <a14:imgEffect>
                      <a14:sharpenSoften amount="50000"/>
                    </a14:imgEffect>
                    <a14:imgEffect>
                      <a14:saturation sat="0"/>
                    </a14:imgEffect>
                  </a14:imgLayer>
                </a14:imgProps>
              </a:ext>
            </a:extLst>
          </a:blip>
          <a:srcRect l="60439"/>
          <a:stretch>
            <a:fillRect/>
          </a:stretch>
        </p:blipFill>
        <p:spPr>
          <a:xfrm>
            <a:off x="1540339" y="4361385"/>
            <a:ext cx="880564" cy="1534595"/>
          </a:xfrm>
          <a:prstGeom prst="rect">
            <a:avLst/>
          </a:prstGeom>
        </p:spPr>
      </p:pic>
      <p:pic>
        <p:nvPicPr>
          <p:cNvPr id="7" name="Billede 6" descr="Et billede, der indeholder skitse, tegning, Stregtegning, tegneserie&#10;&#10;AI-genereret indhold kan være ukorrekt.">
            <a:extLst>
              <a:ext uri="{FF2B5EF4-FFF2-40B4-BE49-F238E27FC236}">
                <a16:creationId xmlns:a16="http://schemas.microsoft.com/office/drawing/2014/main" id="{798372BF-5C38-3B2C-DBEA-E838B36D95BB}"/>
              </a:ext>
            </a:extLst>
          </p:cNvPr>
          <p:cNvPicPr>
            <a:picLocks noChangeAspect="1"/>
          </p:cNvPicPr>
          <p:nvPr/>
        </p:nvPicPr>
        <p:blipFill>
          <a:blip r:embed="rId6">
            <a:biLevel thresh="75000"/>
            <a:extLst>
              <a:ext uri="{BEBA8EAE-BF5A-486C-A8C5-ECC9F3942E4B}">
                <a14:imgProps xmlns:a14="http://schemas.microsoft.com/office/drawing/2010/main">
                  <a14:imgLayer r:embed="rId7">
                    <a14:imgEffect>
                      <a14:sharpenSoften amount="50000"/>
                    </a14:imgEffect>
                    <a14:imgEffect>
                      <a14:saturation sat="0"/>
                    </a14:imgEffect>
                  </a14:imgLayer>
                </a14:imgProps>
              </a:ext>
            </a:extLst>
          </a:blip>
          <a:srcRect l="34493" r="38212" b="46722"/>
          <a:stretch>
            <a:fillRect/>
          </a:stretch>
        </p:blipFill>
        <p:spPr>
          <a:xfrm>
            <a:off x="2850545" y="4633057"/>
            <a:ext cx="644569" cy="867438"/>
          </a:xfrm>
          <a:prstGeom prst="rect">
            <a:avLst/>
          </a:prstGeom>
        </p:spPr>
      </p:pic>
      <p:pic>
        <p:nvPicPr>
          <p:cNvPr id="11" name="Billede 10">
            <a:extLst>
              <a:ext uri="{FF2B5EF4-FFF2-40B4-BE49-F238E27FC236}">
                <a16:creationId xmlns:a16="http://schemas.microsoft.com/office/drawing/2014/main" id="{9DE4BEFB-8869-52EC-1D09-F8E206F3AE4A}"/>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Effect>
                      <a14:colorTemperature colorTemp="7200"/>
                    </a14:imgEffect>
                    <a14:imgEffect>
                      <a14:saturation sat="400000"/>
                    </a14:imgEffect>
                  </a14:imgLayer>
                </a14:imgProps>
              </a:ext>
              <a:ext uri="{28A0092B-C50C-407E-A947-70E740481C1C}">
                <a14:useLocalDpi xmlns:a14="http://schemas.microsoft.com/office/drawing/2010/main" val="0"/>
              </a:ext>
            </a:extLst>
          </a:blip>
          <a:srcRect t="92173" b="3745"/>
          <a:stretch>
            <a:fillRect/>
          </a:stretch>
        </p:blipFill>
        <p:spPr bwMode="auto">
          <a:xfrm>
            <a:off x="4340703" y="4787864"/>
            <a:ext cx="7648973" cy="225312"/>
          </a:xfrm>
          <a:prstGeom prst="rect">
            <a:avLst/>
          </a:prstGeom>
          <a:noFill/>
          <a:ln w="9525" cap="flat" cmpd="sng" algn="ctr">
            <a:no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12" name="Billede 11">
            <a:extLst>
              <a:ext uri="{FF2B5EF4-FFF2-40B4-BE49-F238E27FC236}">
                <a16:creationId xmlns:a16="http://schemas.microsoft.com/office/drawing/2014/main" id="{0B494C39-10EA-00DD-3DF0-8586AA4F7265}"/>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Effect>
                      <a14:colorTemperature colorTemp="7200"/>
                    </a14:imgEffect>
                    <a14:imgEffect>
                      <a14:saturation sat="400000"/>
                    </a14:imgEffect>
                  </a14:imgLayer>
                </a14:imgProps>
              </a:ext>
              <a:ext uri="{28A0092B-C50C-407E-A947-70E740481C1C}">
                <a14:useLocalDpi xmlns:a14="http://schemas.microsoft.com/office/drawing/2010/main" val="0"/>
              </a:ext>
            </a:extLst>
          </a:blip>
          <a:srcRect t="3473" b="44296"/>
          <a:stretch>
            <a:fillRect/>
          </a:stretch>
        </p:blipFill>
        <p:spPr bwMode="auto">
          <a:xfrm>
            <a:off x="4340703" y="1900730"/>
            <a:ext cx="7660229" cy="2887134"/>
          </a:xfrm>
          <a:prstGeom prst="rect">
            <a:avLst/>
          </a:prstGeom>
          <a:noFill/>
          <a:ln w="9525" cap="flat" cmpd="sng" algn="ctr">
            <a:no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
        <p:nvSpPr>
          <p:cNvPr id="13" name="Tekstfelt 12">
            <a:extLst>
              <a:ext uri="{FF2B5EF4-FFF2-40B4-BE49-F238E27FC236}">
                <a16:creationId xmlns:a16="http://schemas.microsoft.com/office/drawing/2014/main" id="{B9306F21-A8C5-00C7-D4A0-C13021E1FA01}"/>
              </a:ext>
            </a:extLst>
          </p:cNvPr>
          <p:cNvSpPr txBox="1"/>
          <p:nvPr/>
        </p:nvSpPr>
        <p:spPr>
          <a:xfrm>
            <a:off x="5158308" y="1656238"/>
            <a:ext cx="6192688" cy="160813"/>
          </a:xfrm>
          <a:prstGeom prst="rect">
            <a:avLst/>
          </a:prstGeom>
          <a:noFill/>
        </p:spPr>
        <p:txBody>
          <a:bodyPr wrap="square" lIns="0" tIns="0" rIns="0" bIns="0" rtlCol="0">
            <a:spAutoFit/>
          </a:bodyPr>
          <a:lstStyle/>
          <a:p>
            <a:pPr>
              <a:lnSpc>
                <a:spcPct val="95000"/>
              </a:lnSpc>
            </a:pPr>
            <a:r>
              <a:rPr lang="da-DK" sz="1100" b="1" dirty="0">
                <a:latin typeface="+mn-lt"/>
              </a:rPr>
              <a:t>Forest plot: </a:t>
            </a:r>
            <a:r>
              <a:rPr lang="da-DK" sz="1100" b="1" dirty="0" err="1">
                <a:latin typeface="+mn-lt"/>
              </a:rPr>
              <a:t>Adjusted</a:t>
            </a:r>
            <a:r>
              <a:rPr lang="da-DK" sz="1100" b="1" dirty="0">
                <a:latin typeface="+mn-lt"/>
              </a:rPr>
              <a:t> </a:t>
            </a:r>
            <a:r>
              <a:rPr lang="da-DK" sz="1100" b="1" dirty="0" err="1">
                <a:latin typeface="+mn-lt"/>
              </a:rPr>
              <a:t>Prevalence</a:t>
            </a:r>
            <a:r>
              <a:rPr lang="da-DK" sz="1100" b="1" dirty="0">
                <a:latin typeface="+mn-lt"/>
              </a:rPr>
              <a:t> Ratios for </a:t>
            </a:r>
            <a:r>
              <a:rPr lang="da-DK" sz="1100" b="1" dirty="0" err="1">
                <a:latin typeface="+mn-lt"/>
              </a:rPr>
              <a:t>people</a:t>
            </a:r>
            <a:r>
              <a:rPr lang="da-DK" sz="1100" b="1" dirty="0">
                <a:latin typeface="+mn-lt"/>
              </a:rPr>
              <a:t> with </a:t>
            </a:r>
            <a:r>
              <a:rPr lang="da-DK" sz="1100" b="1" dirty="0" err="1">
                <a:latin typeface="+mn-lt"/>
              </a:rPr>
              <a:t>obesity</a:t>
            </a:r>
            <a:r>
              <a:rPr lang="da-DK" sz="1100" b="1" dirty="0">
                <a:latin typeface="+mn-lt"/>
              </a:rPr>
              <a:t> </a:t>
            </a:r>
            <a:r>
              <a:rPr lang="da-DK" sz="1100" b="1" dirty="0" err="1">
                <a:latin typeface="+mn-lt"/>
              </a:rPr>
              <a:t>compared</a:t>
            </a:r>
            <a:r>
              <a:rPr lang="da-DK" sz="1100" b="1" dirty="0">
                <a:latin typeface="+mn-lt"/>
              </a:rPr>
              <a:t> to </a:t>
            </a:r>
            <a:r>
              <a:rPr lang="da-DK" sz="1100" b="1" dirty="0" err="1">
                <a:latin typeface="+mn-lt"/>
              </a:rPr>
              <a:t>those</a:t>
            </a:r>
            <a:r>
              <a:rPr lang="da-DK" sz="1100" b="1" dirty="0">
                <a:latin typeface="+mn-lt"/>
              </a:rPr>
              <a:t> </a:t>
            </a:r>
            <a:r>
              <a:rPr lang="da-DK" sz="1100" b="1" dirty="0" err="1">
                <a:latin typeface="+mn-lt"/>
              </a:rPr>
              <a:t>without</a:t>
            </a:r>
            <a:r>
              <a:rPr lang="da-DK" sz="1100" b="1" dirty="0">
                <a:latin typeface="+mn-lt"/>
              </a:rPr>
              <a:t> </a:t>
            </a:r>
            <a:r>
              <a:rPr lang="da-DK" sz="1100" b="1" dirty="0" err="1">
                <a:latin typeface="+mn-lt"/>
              </a:rPr>
              <a:t>obesity</a:t>
            </a:r>
            <a:r>
              <a:rPr lang="da-DK" sz="1100" b="1" dirty="0">
                <a:latin typeface="+mn-lt"/>
              </a:rPr>
              <a:t> </a:t>
            </a:r>
          </a:p>
        </p:txBody>
      </p:sp>
      <p:sp>
        <p:nvSpPr>
          <p:cNvPr id="14" name="Tekstfelt 13">
            <a:extLst>
              <a:ext uri="{FF2B5EF4-FFF2-40B4-BE49-F238E27FC236}">
                <a16:creationId xmlns:a16="http://schemas.microsoft.com/office/drawing/2014/main" id="{938218A9-3231-B7D2-D79A-FBB9D4DF48E1}"/>
              </a:ext>
            </a:extLst>
          </p:cNvPr>
          <p:cNvSpPr txBox="1"/>
          <p:nvPr/>
        </p:nvSpPr>
        <p:spPr>
          <a:xfrm>
            <a:off x="7390556" y="5030898"/>
            <a:ext cx="3168352" cy="153504"/>
          </a:xfrm>
          <a:prstGeom prst="rect">
            <a:avLst/>
          </a:prstGeom>
          <a:noFill/>
        </p:spPr>
        <p:txBody>
          <a:bodyPr wrap="square" lIns="0" tIns="0" rIns="0" bIns="0" rtlCol="0">
            <a:spAutoFit/>
          </a:bodyPr>
          <a:lstStyle/>
          <a:p>
            <a:pPr>
              <a:lnSpc>
                <a:spcPct val="95000"/>
              </a:lnSpc>
            </a:pPr>
            <a:r>
              <a:rPr lang="da-DK" sz="1050" dirty="0" err="1">
                <a:latin typeface="+mn-lt"/>
              </a:rPr>
              <a:t>Prevalence</a:t>
            </a:r>
            <a:r>
              <a:rPr lang="da-DK" sz="1050" dirty="0">
                <a:latin typeface="+mn-lt"/>
              </a:rPr>
              <a:t> Ratios, PRs, log-</a:t>
            </a:r>
            <a:r>
              <a:rPr lang="da-DK" sz="1050" dirty="0" err="1">
                <a:latin typeface="+mn-lt"/>
              </a:rPr>
              <a:t>scale</a:t>
            </a:r>
            <a:endParaRPr lang="da-DK" sz="1050" dirty="0">
              <a:latin typeface="+mn-lt"/>
            </a:endParaRPr>
          </a:p>
        </p:txBody>
      </p:sp>
    </p:spTree>
    <p:custDataLst>
      <p:custData r:id="rId1"/>
      <p:custData r:id="rId2"/>
      <p:tags r:id="rId3"/>
    </p:custDataLst>
    <p:extLst>
      <p:ext uri="{BB962C8B-B14F-4D97-AF65-F5344CB8AC3E}">
        <p14:creationId xmlns:p14="http://schemas.microsoft.com/office/powerpoint/2010/main" val="1598237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9F719-550F-B24E-9595-CD34A9EADC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AA24B7-5CD6-2F3A-2BEE-796524B8D72C}"/>
              </a:ext>
            </a:extLst>
          </p:cNvPr>
          <p:cNvSpPr>
            <a:spLocks noGrp="1"/>
          </p:cNvSpPr>
          <p:nvPr>
            <p:ph type="title"/>
          </p:nvPr>
        </p:nvSpPr>
        <p:spPr/>
        <p:txBody>
          <a:bodyPr/>
          <a:lstStyle/>
          <a:p>
            <a:r>
              <a:rPr lang="en-GB" dirty="0" err="1"/>
              <a:t>Viden</a:t>
            </a:r>
            <a:r>
              <a:rPr lang="en-GB" dirty="0"/>
              <a:t> </a:t>
            </a:r>
            <a:r>
              <a:rPr lang="en-GB" dirty="0" err="1"/>
              <a:t>fra</a:t>
            </a:r>
            <a:r>
              <a:rPr lang="en-GB" dirty="0"/>
              <a:t> wp0 </a:t>
            </a:r>
            <a:r>
              <a:rPr lang="en-GB" dirty="0" err="1"/>
              <a:t>til</a:t>
            </a:r>
            <a:r>
              <a:rPr lang="en-GB" dirty="0"/>
              <a:t> </a:t>
            </a:r>
            <a:r>
              <a:rPr lang="en-GB" dirty="0" err="1"/>
              <a:t>øvrige</a:t>
            </a:r>
            <a:r>
              <a:rPr lang="en-GB" dirty="0"/>
              <a:t> ARBEJDSPAKKER </a:t>
            </a:r>
            <a:endParaRPr lang="en-GB" noProof="0" dirty="0"/>
          </a:p>
        </p:txBody>
      </p:sp>
      <p:sp>
        <p:nvSpPr>
          <p:cNvPr id="5" name="Content Placeholder 4">
            <a:extLst>
              <a:ext uri="{FF2B5EF4-FFF2-40B4-BE49-F238E27FC236}">
                <a16:creationId xmlns:a16="http://schemas.microsoft.com/office/drawing/2014/main" id="{441C0F0A-BE00-4E5D-7F66-3147AC70B107}"/>
              </a:ext>
            </a:extLst>
          </p:cNvPr>
          <p:cNvSpPr>
            <a:spLocks noGrp="1"/>
          </p:cNvSpPr>
          <p:nvPr>
            <p:ph idx="1"/>
          </p:nvPr>
        </p:nvSpPr>
        <p:spPr/>
        <p:txBody>
          <a:bodyPr/>
          <a:lstStyle/>
          <a:p>
            <a:pPr marL="342900" indent="-342900" eaLnBrk="0" hangingPunct="0">
              <a:lnSpc>
                <a:spcPct val="100000"/>
              </a:lnSpc>
              <a:spcBef>
                <a:spcPct val="0"/>
              </a:spcBef>
              <a:buClrTx/>
              <a:buSzTx/>
              <a:buFont typeface="Arial" panose="020B0604020202020204" pitchFamily="34" charset="0"/>
              <a:buChar char="•"/>
            </a:pPr>
            <a:r>
              <a:rPr lang="da-DK" altLang="da-DK" sz="2400" dirty="0"/>
              <a:t>Interessant indblik i, at personer med svær overvægt klarer sig dårligere på alle </a:t>
            </a:r>
            <a:r>
              <a:rPr lang="da-DK" altLang="da-DK" sz="2400" dirty="0" err="1"/>
              <a:t>outcomes</a:t>
            </a:r>
            <a:endParaRPr lang="da-DK" altLang="da-DK" sz="2400" dirty="0"/>
          </a:p>
          <a:p>
            <a:pPr eaLnBrk="0" hangingPunct="0">
              <a:lnSpc>
                <a:spcPct val="100000"/>
              </a:lnSpc>
              <a:spcBef>
                <a:spcPct val="0"/>
              </a:spcBef>
              <a:buClrTx/>
              <a:buSzTx/>
              <a:buNone/>
            </a:pPr>
            <a:endParaRPr lang="da-DK" altLang="da-DK" sz="2400" dirty="0"/>
          </a:p>
          <a:p>
            <a:pPr marL="342900" indent="-342900" eaLnBrk="0" hangingPunct="0">
              <a:lnSpc>
                <a:spcPct val="100000"/>
              </a:lnSpc>
              <a:spcBef>
                <a:spcPct val="0"/>
              </a:spcBef>
              <a:buClrTx/>
              <a:buSzTx/>
              <a:buFont typeface="Arial" panose="020B0604020202020204" pitchFamily="34" charset="0"/>
              <a:buChar char="•"/>
            </a:pPr>
            <a:r>
              <a:rPr lang="da-DK" altLang="da-DK" sz="2400" dirty="0"/>
              <a:t>Skildrer, at selvstigmatisering pga. vægt er meget fremtrædende blandt personer med svær overvægt</a:t>
            </a:r>
          </a:p>
          <a:p>
            <a:pPr eaLnBrk="0" hangingPunct="0">
              <a:lnSpc>
                <a:spcPct val="100000"/>
              </a:lnSpc>
              <a:spcBef>
                <a:spcPct val="0"/>
              </a:spcBef>
              <a:buClrTx/>
              <a:buSzTx/>
              <a:buNone/>
            </a:pPr>
            <a:endParaRPr lang="da-DK" altLang="da-DK" sz="2400" dirty="0"/>
          </a:p>
          <a:p>
            <a:pPr marL="342900" indent="-342900" eaLnBrk="0" hangingPunct="0">
              <a:lnSpc>
                <a:spcPct val="100000"/>
              </a:lnSpc>
              <a:spcBef>
                <a:spcPct val="0"/>
              </a:spcBef>
              <a:buClrTx/>
              <a:buSzTx/>
              <a:buFont typeface="Arial" panose="020B0604020202020204" pitchFamily="34" charset="0"/>
              <a:buChar char="•"/>
            </a:pPr>
            <a:r>
              <a:rPr lang="da-DK" altLang="da-DK" sz="2400" dirty="0"/>
              <a:t>Giver incitament til at arbejde videre med betydningen af mentalt helbred og vægtstigma for sundhedssøgningsadfærd hos personer med svær overvægt (WP1 og WP2)</a:t>
            </a:r>
          </a:p>
          <a:p>
            <a:pPr eaLnBrk="0" hangingPunct="0">
              <a:lnSpc>
                <a:spcPct val="100000"/>
              </a:lnSpc>
              <a:spcBef>
                <a:spcPct val="0"/>
              </a:spcBef>
              <a:buClrTx/>
              <a:buSzTx/>
              <a:buNone/>
            </a:pPr>
            <a:endParaRPr lang="da-DK" altLang="da-DK" sz="2400" dirty="0"/>
          </a:p>
          <a:p>
            <a:pPr marL="342900" indent="-342900" eaLnBrk="0" hangingPunct="0">
              <a:lnSpc>
                <a:spcPct val="100000"/>
              </a:lnSpc>
              <a:spcBef>
                <a:spcPct val="0"/>
              </a:spcBef>
              <a:buClrTx/>
              <a:buSzTx/>
              <a:buFont typeface="Arial" panose="020B0604020202020204" pitchFamily="34" charset="0"/>
              <a:buChar char="•"/>
            </a:pPr>
            <a:r>
              <a:rPr lang="da-DK" altLang="da-DK" sz="2400" dirty="0"/>
              <a:t>Skal bruges som baggrundsviden til workshops (WP3) </a:t>
            </a:r>
          </a:p>
        </p:txBody>
      </p:sp>
      <p:pic>
        <p:nvPicPr>
          <p:cNvPr id="2" name="Billede 1" descr="Et billede, der indeholder tekst, Font/skrifttype, Grafik, skærmbillede&#10;&#10;AI-genereret indhold kan være ukorrekt.">
            <a:extLst>
              <a:ext uri="{FF2B5EF4-FFF2-40B4-BE49-F238E27FC236}">
                <a16:creationId xmlns:a16="http://schemas.microsoft.com/office/drawing/2014/main" id="{888F46E2-DD31-9E64-7823-0EA0AF3E76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Tree>
    <p:custDataLst>
      <p:custData r:id="rId1"/>
      <p:custData r:id="rId2"/>
      <p:tags r:id="rId3"/>
    </p:custDataLst>
    <p:extLst>
      <p:ext uri="{BB962C8B-B14F-4D97-AF65-F5344CB8AC3E}">
        <p14:creationId xmlns:p14="http://schemas.microsoft.com/office/powerpoint/2010/main" val="1077709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921D7E-B41B-25B0-B76C-8AE252A11A55}"/>
              </a:ext>
            </a:extLst>
          </p:cNvPr>
          <p:cNvSpPr>
            <a:spLocks noGrp="1"/>
          </p:cNvSpPr>
          <p:nvPr>
            <p:ph type="ctrTitle"/>
          </p:nvPr>
        </p:nvSpPr>
        <p:spPr>
          <a:xfrm>
            <a:off x="985838" y="2897841"/>
            <a:ext cx="10220325" cy="830997"/>
          </a:xfrm>
        </p:spPr>
        <p:txBody>
          <a:bodyPr/>
          <a:lstStyle/>
          <a:p>
            <a:pPr algn="ctr"/>
            <a:r>
              <a:rPr lang="da-DK" dirty="0"/>
              <a:t>Spørgsmål?</a:t>
            </a:r>
          </a:p>
        </p:txBody>
      </p:sp>
      <p:pic>
        <p:nvPicPr>
          <p:cNvPr id="3" name="Billede 2" descr="Et billede, der indeholder tekst, Font/skrifttype, Grafik, skærmbillede&#10;&#10;AI-genereret indhold kan være ukorrekt.">
            <a:extLst>
              <a:ext uri="{FF2B5EF4-FFF2-40B4-BE49-F238E27FC236}">
                <a16:creationId xmlns:a16="http://schemas.microsoft.com/office/drawing/2014/main" id="{9E74F802-EDD5-4A1F-793F-D53A813B08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2559" y="6130654"/>
            <a:ext cx="2880320" cy="615668"/>
          </a:xfrm>
          <a:prstGeom prst="rect">
            <a:avLst/>
          </a:prstGeom>
        </p:spPr>
      </p:pic>
    </p:spTree>
    <p:extLst>
      <p:ext uri="{BB962C8B-B14F-4D97-AF65-F5344CB8AC3E}">
        <p14:creationId xmlns:p14="http://schemas.microsoft.com/office/powerpoint/2010/main" val="682634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tags r:id="rId3"/>
    </p:custDataLst>
    <p:extLst>
      <p:ext uri="{BB962C8B-B14F-4D97-AF65-F5344CB8AC3E}">
        <p14:creationId xmlns:p14="http://schemas.microsoft.com/office/powerpoint/2010/main" val="21396981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FYSLIDEID" val="636235437374745988"/>
</p:tagLst>
</file>

<file path=ppt/tags/tag2.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3.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4.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5.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6.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7.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8.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9.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10.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11.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12.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13.xml><?xml version="1.0" encoding="utf-8"?>
<p:tagLst xmlns:a="http://schemas.openxmlformats.org/drawingml/2006/main" xmlns:r="http://schemas.openxmlformats.org/officeDocument/2006/relationships" xmlns:p="http://schemas.openxmlformats.org/presentationml/2006/main">
  <p:tag name="TEMPLAFYSLIDEID" val="636235437375566864"/>
</p:tagLst>
</file>

<file path=ppt/theme/theme1.xml><?xml version="1.0" encoding="utf-8"?>
<a:theme xmlns:a="http://schemas.openxmlformats.org/drawingml/2006/main" name="AU 16:9">
  <a:themeElements>
    <a:clrScheme name="07 AU Orange">
      <a:dk1>
        <a:srgbClr val="000000"/>
      </a:dk1>
      <a:lt1>
        <a:srgbClr val="FFFFFF"/>
      </a:lt1>
      <a:dk2>
        <a:srgbClr val="5F3408"/>
      </a:dk2>
      <a:lt2>
        <a:srgbClr val="5F3408"/>
      </a:lt2>
      <a:accent1>
        <a:srgbClr val="0A1449"/>
      </a:accent1>
      <a:accent2>
        <a:srgbClr val="183D83"/>
      </a:accent2>
      <a:accent3>
        <a:srgbClr val="87D1F4"/>
      </a:accent3>
      <a:accent4>
        <a:srgbClr val="33525F"/>
      </a:accent4>
      <a:accent5>
        <a:srgbClr val="548195"/>
      </a:accent5>
      <a:accent6>
        <a:srgbClr val="C6C6C6"/>
      </a:accent6>
      <a:hlink>
        <a:srgbClr val="03428E"/>
      </a:hlink>
      <a:folHlink>
        <a:srgbClr val="03428E"/>
      </a:folHlink>
    </a:clrScheme>
    <a:fontScheme name="AU Passata">
      <a:majorFont>
        <a:latin typeface="AU Passata"/>
        <a:ea typeface=""/>
        <a:cs typeface=""/>
      </a:majorFont>
      <a:minorFont>
        <a:latin typeface="AU Passat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w="1778" cap="flat" cmpd="sng" algn="ctr">
          <a:solidFill>
            <a:schemeClr val="accent2"/>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noAutofit/>
      </a:bodyPr>
      <a:lstStyle>
        <a:defPPr marL="0" marR="0" indent="0" algn="l" defTabSz="914400" rtl="0" eaLnBrk="1" fontAlgn="base" latinLnBrk="0" hangingPunct="1">
          <a:lnSpc>
            <a:spcPct val="95000"/>
          </a:lnSpc>
          <a:spcBef>
            <a:spcPct val="0"/>
          </a:spcBef>
          <a:spcAft>
            <a:spcPct val="0"/>
          </a:spcAft>
          <a:buClrTx/>
          <a:buSzTx/>
          <a:buFont typeface="AU Passata" pitchFamily="34" charset="0"/>
          <a:buNone/>
          <a:tabLst/>
          <a:defRPr kumimoji="0" sz="1600" b="0" i="0" u="none" strike="noStrike" cap="none" normalizeH="0" baseline="0" dirty="0" err="1">
            <a:ln>
              <a:noFill/>
            </a:ln>
            <a:solidFill>
              <a:schemeClr val="bg1"/>
            </a:solidFill>
            <a:effectLst/>
            <a:latin typeface="AU Passata" pitchFamily="34" charset="0"/>
          </a:defRPr>
        </a:defPPr>
      </a:lstStyle>
    </a:spDef>
    <a:lnDef>
      <a:spPr bwMode="auto">
        <a:xfrm>
          <a:off x="0" y="0"/>
          <a:ext cx="1" cy="1"/>
        </a:xfrm>
        <a:custGeom>
          <a:avLst/>
          <a:gdLst/>
          <a:ahLst/>
          <a:cxnLst/>
          <a:rect l="0" t="0" r="0" b="0"/>
          <a:pathLst/>
        </a:custGeom>
        <a:solidFill>
          <a:schemeClr val="accent2"/>
        </a:solidFill>
        <a:ln w="1778" cap="flat" cmpd="sng" algn="ctr">
          <a:solidFill>
            <a:schemeClr val="accent2"/>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ts val="3600"/>
          </a:lnSpc>
          <a:spcBef>
            <a:spcPct val="0"/>
          </a:spcBef>
          <a:spcAft>
            <a:spcPct val="0"/>
          </a:spcAft>
          <a:buClrTx/>
          <a:buSzTx/>
          <a:buFont typeface="AU Passata" pitchFamily="34" charset="0"/>
          <a:buNone/>
          <a:tabLst/>
          <a:defRPr kumimoji="0" lang="en-US" sz="3600" b="0" i="0" u="none" strike="noStrike" cap="none" normalizeH="0" baseline="0">
            <a:ln>
              <a:noFill/>
            </a:ln>
            <a:solidFill>
              <a:schemeClr val="tx1"/>
            </a:solidFill>
            <a:effectLst/>
            <a:latin typeface="AU Passata" pitchFamily="34" charset="0"/>
          </a:defRPr>
        </a:defPPr>
      </a:lstStyle>
    </a:lnDef>
    <a:txDef>
      <a:spPr>
        <a:noFill/>
      </a:spPr>
      <a:bodyPr wrap="square" lIns="0" tIns="0" rIns="0" bIns="0" rtlCol="0">
        <a:spAutoFit/>
      </a:bodyPr>
      <a:lstStyle>
        <a:defPPr>
          <a:lnSpc>
            <a:spcPct val="95000"/>
          </a:lnSpc>
          <a:defRPr sz="1600" dirty="0">
            <a:latin typeface="+mn-lt"/>
          </a:defRPr>
        </a:defPPr>
      </a:lstStyle>
    </a:txDef>
  </a:objectDefaults>
  <a:extraClrSchemeLst/>
  <a:extLst>
    <a:ext uri="{05A4C25C-085E-4340-85A3-A5531E510DB2}">
      <thm15:themeFamily xmlns:thm15="http://schemas.microsoft.com/office/thememl/2012/main" name="AU PowerPoint Template 16-9.potx" id="{7A6F7BDC-B87C-43B1-A03F-8FC29EB8E4AA}" vid="{0342C178-0357-4DD1-B9D7-A15D067ACA9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item1.xml><?xml version="1.0" encoding="utf-8"?>
<TemplafyTemplateConfiguration><![CDATA[{"elementsMetadata":[{"type":"shape","id":"90e08d4c-977e-48db-8b70-c5e09fd05960","elementConfiguration":{"binding":"{{FormatDateTime(Form.Date, \"d. MMMM yyyy\")}}","visibility":"","type":"text","disableUpdates":false}},{"type":"shape","id":"7f4e4151-26e3-4085-ae19-af441646f91d","elementConfiguration":{"binding":"{{Form.EventOccasion}}","visibility":"","type":"text","disableUpdates":false}},{"type":"shape","id":"cf4915ce-1e0e-430c-ba70-c67092f926e7","elementConfiguration":{"binding":"{{Switch(UserProfile.DocumentLanguage.Language,\"da-DK\",UserProfile.Title,\"en-GB\",UserProfile.Title_EN,UserProfile.Title)}}","visibility":"","type":"text","disableUpdates":false}},{"type":"shape","id":"68143466-0a57-4e1f-ae55-c56cc9f90969","elementConfiguration":{"binding":"{{UserProfile.Name}}","visibility":"","type":"text","disableUpdates":false}},{"type":"shape","id":"9c966cc1-163c-4fc2-8b5e-32bc88c920a2","elementConfiguration":{"inheritDimensions":"{{InheritDimensions.InheritNone}}","width":"4.61 cm","height":"1.55 cm","image":"{{UserProfile.UnitId.ExtraLogoRef.ImageRightAlignedRef.ImageFile}}","visibility":"","type":"image","disableUpdates":false}},{"type":"shape","id":"996b121c-0c5c-454c-9194-bb5fc828fc28","elementConfiguration":{"binding":"{{UserProfile.UnitId.Logo2}}","visibility":"","type":"text","disableUpdates":false}},{"type":"shape","id":"1f80c732-4b7f-48de-94e5-8c547ccd0303","elementConfiguration":{"binding":"{{UserProfile.UnitId.Logo1PowerPoint}}","visibility":"","type":"text","disableUpdates":false}},{"type":"shape","id":"131581a5-a062-4259-916d-12ce5c61ab60","elementConfiguration":{"binding":"{{FormatDateTime(Form.Date, \"d. MMMM yyyy\")}}","visibility":"","type":"text","disableUpdates":false}},{"type":"shape","id":"1cdcf484-53e6-4044-8a50-5cbb86f145dd","elementConfiguration":{"binding":"{{Form.EventOccasion}}","visibility":"","type":"text","disableUpdates":false}},{"type":"shape","id":"c5e74ff0-c66a-4bd3-b395-16e989bb8291","elementConfiguration":{"inheritDimensions":"{{InheritDimensions.InheritNone}}","width":"4.61 cm","height":"1.55 cm","image":"{{UserProfile.UnitId.ExtraLogoRef.ImageRightAlignedNegRef.ImageFile}}","visibility":"","type":"image","disableUpdates":false}},{"type":"shape","id":"ced9c1e1-2568-4787-bd91-a12312f39d25","elementConfiguration":{"binding":"{{UserProfile.UnitId.Logo2}}","visibility":"","type":"text","disableUpdates":false}},{"type":"shape","id":"23dd5469-6a3b-4cc0-acb7-989e2130e8f9","elementConfiguration":{"binding":"{{UserProfile.UnitId.Logo1PowerPoint}}","visibility":"","type":"text","disableUpdates":false}},{"type":"shape","id":"43259fc4-d8b9-4ea0-88a9-5bc2abec02e1","elementConfiguration":{"binding":"{{FormatDateTime(Form.Date, \"d. MMMM yyyy\")}}","visibility":"","type":"text","disableUpdates":false}},{"type":"shape","id":"d757c218-9638-42a8-8ca1-28dcf41791de","elementConfiguration":{"binding":"{{Form.EventOccasion}}","visibility":"","type":"text","disableUpdates":false}},{"type":"shape","id":"6c2f3571-c1ef-4f10-850c-55761595c252","elementConfiguration":{"binding":"{{UserProfile.Name}}","visibility":"","type":"text","disableUpdates":false}},{"type":"shape","id":"d3cac2fc-0b5c-4229-91bd-002c2f64987f","elementConfiguration":{"inheritDimensions":"{{InheritDimensions.InheritNone}}","width":"4.61 cm","height":"1.55 cm","image":"{{UserProfile.UnitId.ExtraLogoRef.ImageRightAlignedNegRef.ImageFile}}","visibility":"","type":"image","disableUpdates":false}},{"type":"shape","id":"08726641-3953-4f09-a536-282ff4805cc3","elementConfiguration":{"binding":"{{UserProfile.UnitId.Logo2}}","visibility":"","type":"text","disableUpdates":false}},{"type":"shape","id":"c6890b1a-fcb8-44d7-8758-76e510af56f6","elementConfiguration":{"binding":"{{UserProfile.UnitId.Logo1PowerPoint}}","visibility":"","type":"text","disableUpdates":false}},{"type":"shape","id":"0772ae4b-7ee0-4c1b-9f91-ad9e9011d5ec","elementConfiguration":{"binding":"{{UserProfile.UnitId.Logo1PowerPoint}}","visibility":"","type":"text","disableUpdates":false}},{"type":"shape","id":"8d887c6e-6bc3-4e99-8154-90fc15988a27","elementConfiguration":{"binding":"{{FormatDateTime(Form.Date, \"d. MMMM yyyy\")}}","visibility":"","type":"text","disableUpdates":false}},{"type":"shape","id":"2f76972f-285a-4a82-87ad-184c1463e057","elementConfiguration":{"binding":"{{Form.EventOccasion}}","visibility":"","type":"text","disableUpdates":false}},{"type":"shape","id":"9b84573d-adf7-4447-9616-2701028ee5f9","elementConfiguration":{"binding":"{{Switch(UserProfile.DocumentLanguage.Language,\"da-DK\",UserProfile.Title,\"en-GB\",UserProfile.Title_EN,UserProfile.Title)}}","visibility":"","type":"text","disableUpdates":false}},{"type":"shape","id":"df8079f8-e098-46fe-ac11-aa090a53911d","elementConfiguration":{"binding":"{{UserProfile.Name}}","visibility":"","type":"text","disableUpdates":false}},{"type":"shape","id":"28ad17c2-b139-4ecc-9ce9-761ba2037013","elementConfiguration":{"inheritDimensions":"{{InheritDimensions.InheritNone}}","width":"4.61 cm","height":"1.55 cm","image":"{{UserProfile.UnitId.ExtraLogoRef.ImageRightAlignedNegRef.ImageFile}}","visibility":"","type":"image","disableUpdates":false}},{"type":"shape","id":"a8e9b4ed-d944-443d-8767-2db00c7a07a9","elementConfiguration":{"binding":"{{UserProfile.UnitId.Logo2}}","visibility":"","type":"text","disableUpdates":false}},{"type":"shape","id":"f3b41c5d-9549-4675-b0f7-71f9615a46fc","elementConfiguration":{"binding":"{{UserProfile.UnitId.Logo1PowerPoint}}","visibility":"","type":"text","disableUpdates":false}}],"transformationConfigurations":[{"language":"{{DocumentLanguage}}","disableUpdates":false,"type":"proofingLanguage"},{"colorTheme":"{{Form.ChooseColorTheme.ColorThemeRef.ColorTheme}}","disableUpdates":false,"originalColorThemeXml":"<a:clrScheme name=\"01 AU Blue\" xmlns:a=\"http://schemas.openxmlformats.org/drawingml/2006/main\"><a:dk1><a:srgbClr val=\"000000\" /></a:dk1><a:lt1><a:srgbClr val=\"FFFFFF\" /></a:lt1><a:dk2><a:srgbClr val=\"002546\" /></a:dk2><a:lt2><a:srgbClr val=\"002546\" /></a:lt2><a:accent1><a:srgbClr val=\"0A1449\" /></a:accent1><a:accent2><a:srgbClr val=\"183D83\" /></a:accent2><a:accent3><a:srgbClr val=\"87D1F4\" /></a:accent3><a:accent4><a:srgbClr val=\"33525F\" /></a:accent4><a:accent5><a:srgbClr val=\"548195\" /></a:accent5><a:accent6><a:srgbClr val=\"C6C6C6\" /></a:accent6><a:hlink><a:srgbClr val=\"03428E\" /></a:hlink><a:folHlink><a:srgbClr val=\"03428E\" /></a:folHlink></a:clrScheme>","type":"colorTheme"}],"templateName":"PowerPoint skabelon","templateDescription":"PowerPoint template 16:9 (convertible to 16:10 or 4:3)","enableDocumentContentUpdater":true,"version":"2.0"}]]></TemplafyTemplateConfiguration>
</file>

<file path=customXml/item2.xml><?xml version="1.0" encoding="utf-8"?>
<TemplafyFormConfiguration><![CDATA[{"formFields":[{"required":true,"helpTexts":{},"spacing":{},"shareValue":false,"type":"datePicker","name":"Date","label":"Date"},{"required":false,"placeholder":"","lines":1,"helpTexts":{},"spacing":{},"shareValue":false,"type":"textBox","name":"EventOccasion","label":"Event / Occasion"},{"distinct":false,"hideIfNoUserInteractionRequired":false,"required":false,"defaultValue":"Blå","autoSelectFirstOption":false,"helpTexts":{},"spacing":{},"shareValue":false,"type":"dropDown","dataSourceName":"ColorThemePowerPoint","dataSourceFieldName":"Name","name":"ChooseColorTheme","label":"Choose Color theme"}],"formDataEntries":[{"name":"Date","value":"lDBgbhTbmRj5izOa3vKgqA=="},{"name":"EventOccasion","value":"ADrtPXsPNP7FxW5Ia2fA+GtjUjBLRTcn+eB5SNPHokY="},{"name":"ChooseColorTheme","value":"4mqjGZr9sTNxNY9tWDzo2fSAs7zcIKfFRnLJ7p4BGmk="}]}]]></TemplafyFormConfiguration>
</file>

<file path=customXml/item3.xml><?xml version="1.0" encoding="utf-8"?>
<TemplafySlideTemplateConfiguration><![CDATA[{"slideVersion":4,"isValidatorEnabled":false,"isLocked":false,"elementsMetadata":[{"type":"shape","elementConfiguration":{"binding":"{{FormatDateTime(Form.Date, \"d. MMMM yyyy\")}}","visibility":"","type":"text","disableUpdates":false}},{"type":"shape","elementConfiguration":{"binding":"{{Form.EventOccasion}}","visibility":"","type":"text","disableUpdates":false}},{"type":"shape","elementConfiguration":{"binding":"{{Switch(UserProfile.DocumentLanguage.Language,\"da-DK\",UserProfile.Title,\"en-GB\",UserProfile.Title_EN,UserProfile.Title)}}","visibility":"","type":"text","disableUpdates":false}},{"type":"shape","elementConfiguration":{"binding":"{{UserProfile.Name}}","visibility":"","type":"text","disableUpdates":false}},{"type":"shape","elementConfiguration":{"inheritDimensions":"{{InheritDimensions.InheritNone}}","width":"4.61 cm","height":"1.55 cm","image":"{{UserProfile.UnitId.ExtraLogoRef.ImageRightAlignedNegRef.ImageFile}}","visibility":"","type":"image","disableUpdates":false}},{"type":"shape","elementConfiguration":{"binding":"{{UserProfile.UnitId.Logo2}}","visibility":"","type":"text","disableUpdates":false}},{"type":"shape","elementConfiguration":{"binding":"{{UserProfile.UnitId.Logo1PowerPoint}}","visibility":"","type":"text","disableUpdates":false}}],"slideId":"638344221284623770","enableDocumentContentUpdater":false,"version":"2.0"}]]></TemplafySlideTemplateConfiguration>
</file>

<file path=customXml/item4.xml><?xml version="1.0" encoding="utf-8"?>
<TemplafySlideFormConfiguration><![CDATA[{"formFields":[{"required":true,"helpTexts":{},"spacing":{},"shareValue":false,"type":"datePicker","name":"Date","label":"Date"},{"required":false,"placeholder":"","lines":1,"helpTexts":{},"spacing":{},"shareValue":false,"type":"textBox","name":"EventOccasion","label":"Event / Occasion"}],"formDataEntries":[]}]]></TemplafySlideFormConfiguration>
</file>

<file path=customXml/item5.xml><?xml version="1.0" encoding="utf-8"?>
<TemplafySlideTemplateConfiguration><![CDATA[{"slideVersion":4,"isValidatorEnabled":false,"isLocked":false,"elementsMetadata":[],"slideId":"638344221285055523","enableDocumentContentUpdater":false,"version":"2.0"}]]></TemplafySlideTemplateConfiguration>
</file>

<file path=customXml/item6.xml><?xml version="1.0" encoding="utf-8"?>
<TemplafySlideFormConfiguration><![CDATA[{"formFields":[],"formDataEntries":[]}]]></TemplafySlideFormConfiguration>
</file>

<file path=customXml/item7.xml><?xml version="1.0" encoding="utf-8"?>
<TemplafySlideFormConfiguration><![CDATA[{"formFields":[],"formDataEntries":[]}]]></TemplafySlideFormConfiguration>
</file>

<file path=customXml/item8.xml><?xml version="1.0" encoding="utf-8"?>
<TemplafySlideTemplateConfiguration><![CDATA[{"slideVersion":4,"isValidatorEnabled":false,"isLocked":false,"elementsMetadata":[],"slideId":"638344221285055523","enableDocumentContentUpdater":false,"version":"2.0"}]]></TemplafySlideTemplateConfiguration>
</file>

<file path=customXml/item9.xml><?xml version="1.0" encoding="utf-8"?>
<TemplafySlideTemplateConfiguration><![CDATA[{"slideVersion":4,"isValidatorEnabled":false,"isLocked":false,"elementsMetadata":[],"slideId":"638344221285055523","enableDocumentContentUpdater":false,"version":"2.0"}]]></TemplafySlideTemplateConfiguration>
</file>

<file path=customXml/item10.xml><?xml version="1.0" encoding="utf-8"?>
<TemplafySlideFormConfiguration><![CDATA[{"formFields":[],"formDataEntries":[]}]]></TemplafySlideFormConfiguration>
</file>

<file path=customXml/item11.xml><?xml version="1.0" encoding="utf-8"?>
<TemplafySlideFormConfiguration><![CDATA[{"formFields":[],"formDataEntries":[]}]]></TemplafySlideFormConfiguration>
</file>

<file path=customXml/item12.xml><?xml version="1.0" encoding="utf-8"?>
<TemplafySlideTemplateConfiguration><![CDATA[{"slideVersion":4,"isValidatorEnabled":false,"isLocked":false,"elementsMetadata":[],"slideId":"638344221285055523","enableDocumentContentUpdater":false,"version":"2.0"}]]></TemplafySlideTemplateConfiguration>
</file>

<file path=customXml/item13.xml><?xml version="1.0" encoding="utf-8"?>
<TemplafySlideTemplateConfiguration><![CDATA[{"slideVersion":4,"isValidatorEnabled":false,"isLocked":false,"elementsMetadata":[],"slideId":"638344221285055523","enableDocumentContentUpdater":false,"version":"2.0"}]]></TemplafySlideTemplateConfiguration>
</file>

<file path=customXml/item14.xml><?xml version="1.0" encoding="utf-8"?>
<TemplafySlideFormConfiguration><![CDATA[{"formFields":[],"formDataEntries":[]}]]></TemplafySlideFormConfiguration>
</file>

<file path=customXml/item15.xml><?xml version="1.0" encoding="utf-8"?>
<TemplafySlideFormConfiguration><![CDATA[{"formFields":[],"formDataEntries":[]}]]></TemplafySlideFormConfiguration>
</file>

<file path=customXml/item16.xml><?xml version="1.0" encoding="utf-8"?>
<TemplafySlideTemplateConfiguration><![CDATA[{"slideVersion":4,"isValidatorEnabled":false,"isLocked":false,"elementsMetadata":[],"slideId":"638344221285055523","enableDocumentContentUpdater":false,"version":"2.0"}]]></TemplafySlideTemplateConfiguration>
</file>

<file path=customXml/item17.xml><?xml version="1.0" encoding="utf-8"?>
<TemplafySlideTemplateConfiguration><![CDATA[{"slideVersion":4,"isValidatorEnabled":false,"isLocked":false,"elementsMetadata":[],"slideId":"638344221285055523","enableDocumentContentUpdater":false,"version":"2.0"}]]></TemplafySlideTemplateConfiguration>
</file>

<file path=customXml/item18.xml><?xml version="1.0" encoding="utf-8"?>
<TemplafySlideFormConfiguration><![CDATA[{"formFields":[],"formDataEntries":[]}]]></TemplafySlideFormConfiguration>
</file>

<file path=customXml/item19.xml><?xml version="1.0" encoding="utf-8"?>
<TemplafySlideFormConfiguration><![CDATA[{"formFields":[],"formDataEntries":[]}]]></TemplafySlideFormConfiguration>
</file>

<file path=customXml/item20.xml><?xml version="1.0" encoding="utf-8"?>
<TemplafySlideTemplateConfiguration><![CDATA[{"slideVersion":4,"isValidatorEnabled":false,"isLocked":false,"elementsMetadata":[],"slideId":"638344221285055523","enableDocumentContentUpdater":false,"version":"2.0"}]]></TemplafySlideTemplateConfiguration>
</file>

<file path=customXml/item21.xml><?xml version="1.0" encoding="utf-8"?>
<TemplafySlideFormConfiguration><![CDATA[{"formFields":[],"formDataEntries":[]}]]></TemplafySlideFormConfiguration>
</file>

<file path=customXml/item22.xml><?xml version="1.0" encoding="utf-8"?>
<TemplafySlideTemplateConfiguration><![CDATA[{"slideVersion":4,"isValidatorEnabled":false,"isLocked":false,"elementsMetadata":[],"slideId":"638344221285055523","enableDocumentContentUpdater":false,"version":"2.0"}]]></TemplafySlideTemplateConfiguration>
</file>

<file path=customXml/item23.xml><?xml version="1.0" encoding="utf-8"?>
<TemplafySlideTemplateConfiguration><![CDATA[{"slideVersion":4,"isValidatorEnabled":false,"isLocked":false,"elementsMetadata":[],"slideId":"638344221285055523","enableDocumentContentUpdater":false,"version":"2.0"}]]></TemplafySlideTemplateConfiguration>
</file>

<file path=customXml/item24.xml><?xml version="1.0" encoding="utf-8"?>
<TemplafySlideFormConfiguration><![CDATA[{"formFields":[],"formDataEntries":[]}]]></TemplafySlideFormConfiguration>
</file>

<file path=customXml/item25.xml><?xml version="1.0" encoding="utf-8"?>
<TemplafySlideTemplateConfiguration><![CDATA[{"slideVersion":4,"isValidatorEnabled":false,"isLocked":false,"elementsMetadata":[],"slideId":"638344221285055523","enableDocumentContentUpdater":false,"version":"2.0"}]]></TemplafySlideTemplateConfiguration>
</file>

<file path=customXml/item26.xml><?xml version="1.0" encoding="utf-8"?>
<TemplafySlideFormConfiguration><![CDATA[{"formFields":[],"formDataEntries":[]}]]></TemplafySlideFormConfiguration>
</file>

<file path=customXml/item27.xml><?xml version="1.0" encoding="utf-8"?>
<TemplafySlideTemplateConfiguration><![CDATA[{"slideVersion":4,"isValidatorEnabled":false,"isLocked":false,"elementsMetadata":[{"type":"shape","elementConfiguration":{"binding":"{{UserProfile.UnitId.Logo1PowerPoint}}","visibility":"","type":"text","disableUpdates":false}}],"slideId":"638344221285170220","enableDocumentContentUpdater":false,"version":"2.0"}]]></TemplafySlideTemplateConfiguration>
</file>

<file path=customXml/item28.xml><?xml version="1.0" encoding="utf-8"?>
<TemplafySlideFormConfiguration><![CDATA[{"formFields":[],"formDataEntries":[]}]]></TemplafySlideFormConfiguration>
</file>

<file path=customXml/itemProps1.xml><?xml version="1.0" encoding="utf-8"?>
<ds:datastoreItem xmlns:ds="http://schemas.openxmlformats.org/officeDocument/2006/customXml" ds:itemID="{AFC86994-F0FF-421B-841D-005E37E2CB9C}">
  <ds:schemaRefs/>
</ds:datastoreItem>
</file>

<file path=customXml/itemProps2.xml><?xml version="1.0" encoding="utf-8"?>
<ds:datastoreItem xmlns:ds="http://schemas.openxmlformats.org/officeDocument/2006/customXml" ds:itemID="{7DA86E9B-4135-4144-9EBF-FD9F3AFEC348}">
  <ds:schemaRefs/>
</ds:datastoreItem>
</file>

<file path=customXml/itemProps3.xml><?xml version="1.0" encoding="utf-8"?>
<ds:datastoreItem xmlns:ds="http://schemas.openxmlformats.org/officeDocument/2006/customXml" ds:itemID="{B2CA2D4C-0385-4D99-AB8D-7792A88C817E}">
  <ds:schemaRefs/>
</ds:datastoreItem>
</file>

<file path=customXml/itemProps4.xml><?xml version="1.0" encoding="utf-8"?>
<ds:datastoreItem xmlns:ds="http://schemas.openxmlformats.org/officeDocument/2006/customXml" ds:itemID="{7E04581C-D7FD-4482-805D-038A22FDA87B}">
  <ds:schemaRefs/>
</ds:datastoreItem>
</file>

<file path=customXml/itemProps5.xml><?xml version="1.0" encoding="utf-8"?>
<ds:datastoreItem xmlns:ds="http://schemas.openxmlformats.org/officeDocument/2006/customXml" ds:itemID="{3711B4B0-0534-4D87-9554-EE0E3A45C434}">
  <ds:schemaRefs/>
</ds:datastoreItem>
</file>

<file path=customXml/itemProps6.xml><?xml version="1.0" encoding="utf-8"?>
<ds:datastoreItem xmlns:ds="http://schemas.openxmlformats.org/officeDocument/2006/customXml" ds:itemID="{F6BDCACD-D9F5-4F4E-8192-10C1008EFFE8}">
  <ds:schemaRefs/>
</ds:datastoreItem>
</file>

<file path=customXml/itemProps7.xml><?xml version="1.0" encoding="utf-8"?>
<ds:datastoreItem xmlns:ds="http://schemas.openxmlformats.org/officeDocument/2006/customXml" ds:itemID="{EF02B5FC-EF8D-4542-883C-567D92356B05}">
  <ds:schemaRefs/>
</ds:datastoreItem>
</file>

<file path=customXml/itemProps8.xml><?xml version="1.0" encoding="utf-8"?>
<ds:datastoreItem xmlns:ds="http://schemas.openxmlformats.org/officeDocument/2006/customXml" ds:itemID="{E18BBE05-C9FB-4E16-AF7B-9FF321BBC9D6}">
  <ds:schemaRefs/>
</ds:datastoreItem>
</file>

<file path=customXml/itemProps9.xml><?xml version="1.0" encoding="utf-8"?>
<ds:datastoreItem xmlns:ds="http://schemas.openxmlformats.org/officeDocument/2006/customXml" ds:itemID="{646D4D5F-4BC7-473A-A81C-23891E0641E4}">
  <ds:schemaRefs/>
</ds:datastoreItem>
</file>

<file path=customXml/itemProps10.xml><?xml version="1.0" encoding="utf-8"?>
<ds:datastoreItem xmlns:ds="http://schemas.openxmlformats.org/officeDocument/2006/customXml" ds:itemID="{19D1AEFC-1314-4372-BD56-A0B421349A98}">
  <ds:schemaRefs/>
</ds:datastoreItem>
</file>

<file path=customXml/itemProps11.xml><?xml version="1.0" encoding="utf-8"?>
<ds:datastoreItem xmlns:ds="http://schemas.openxmlformats.org/officeDocument/2006/customXml" ds:itemID="{19EE1DD2-F59B-443A-8DFB-B9F261B7B2A6}">
  <ds:schemaRefs/>
</ds:datastoreItem>
</file>

<file path=customXml/itemProps12.xml><?xml version="1.0" encoding="utf-8"?>
<ds:datastoreItem xmlns:ds="http://schemas.openxmlformats.org/officeDocument/2006/customXml" ds:itemID="{2905CCF3-41C0-40E9-86B2-BE27E24E15DA}">
  <ds:schemaRefs/>
</ds:datastoreItem>
</file>

<file path=customXml/itemProps13.xml><?xml version="1.0" encoding="utf-8"?>
<ds:datastoreItem xmlns:ds="http://schemas.openxmlformats.org/officeDocument/2006/customXml" ds:itemID="{25BA775D-8ABE-4DEB-8D50-9FF4B4350A42}">
  <ds:schemaRefs/>
</ds:datastoreItem>
</file>

<file path=customXml/itemProps14.xml><?xml version="1.0" encoding="utf-8"?>
<ds:datastoreItem xmlns:ds="http://schemas.openxmlformats.org/officeDocument/2006/customXml" ds:itemID="{75ACB4A2-A910-4CE2-9E40-1F864871FDA3}">
  <ds:schemaRefs/>
</ds:datastoreItem>
</file>

<file path=customXml/itemProps15.xml><?xml version="1.0" encoding="utf-8"?>
<ds:datastoreItem xmlns:ds="http://schemas.openxmlformats.org/officeDocument/2006/customXml" ds:itemID="{6065DA94-FFE4-4524-A723-01B15331D782}">
  <ds:schemaRefs/>
</ds:datastoreItem>
</file>

<file path=customXml/itemProps16.xml><?xml version="1.0" encoding="utf-8"?>
<ds:datastoreItem xmlns:ds="http://schemas.openxmlformats.org/officeDocument/2006/customXml" ds:itemID="{DBC09D71-52B9-4715-8FFA-1493DEE5665F}">
  <ds:schemaRefs/>
</ds:datastoreItem>
</file>

<file path=customXml/itemProps17.xml><?xml version="1.0" encoding="utf-8"?>
<ds:datastoreItem xmlns:ds="http://schemas.openxmlformats.org/officeDocument/2006/customXml" ds:itemID="{215582E8-536C-452A-94C9-F257DA0D026D}">
  <ds:schemaRefs/>
</ds:datastoreItem>
</file>

<file path=customXml/itemProps18.xml><?xml version="1.0" encoding="utf-8"?>
<ds:datastoreItem xmlns:ds="http://schemas.openxmlformats.org/officeDocument/2006/customXml" ds:itemID="{F6FD3C4F-8817-4396-AC92-63A17CA3884A}">
  <ds:schemaRefs/>
</ds:datastoreItem>
</file>

<file path=customXml/itemProps19.xml><?xml version="1.0" encoding="utf-8"?>
<ds:datastoreItem xmlns:ds="http://schemas.openxmlformats.org/officeDocument/2006/customXml" ds:itemID="{3CF56353-0A94-4091-B12B-0525A20779CC}">
  <ds:schemaRefs/>
</ds:datastoreItem>
</file>

<file path=customXml/itemProps20.xml><?xml version="1.0" encoding="utf-8"?>
<ds:datastoreItem xmlns:ds="http://schemas.openxmlformats.org/officeDocument/2006/customXml" ds:itemID="{B41B6FC9-3B19-4F3C-8BD1-0042AD2FCDA0}">
  <ds:schemaRefs/>
</ds:datastoreItem>
</file>

<file path=customXml/itemProps21.xml><?xml version="1.0" encoding="utf-8"?>
<ds:datastoreItem xmlns:ds="http://schemas.openxmlformats.org/officeDocument/2006/customXml" ds:itemID="{5A81E2EE-49F9-4E84-B1BB-FBC6167CC696}">
  <ds:schemaRefs/>
</ds:datastoreItem>
</file>

<file path=customXml/itemProps22.xml><?xml version="1.0" encoding="utf-8"?>
<ds:datastoreItem xmlns:ds="http://schemas.openxmlformats.org/officeDocument/2006/customXml" ds:itemID="{50396270-6E86-405D-B8F9-BBC86CF29907}">
  <ds:schemaRefs/>
</ds:datastoreItem>
</file>

<file path=customXml/itemProps23.xml><?xml version="1.0" encoding="utf-8"?>
<ds:datastoreItem xmlns:ds="http://schemas.openxmlformats.org/officeDocument/2006/customXml" ds:itemID="{A9B1FB74-0334-49F0-A212-AE6BFE9F7CC4}">
  <ds:schemaRefs/>
</ds:datastoreItem>
</file>

<file path=customXml/itemProps24.xml><?xml version="1.0" encoding="utf-8"?>
<ds:datastoreItem xmlns:ds="http://schemas.openxmlformats.org/officeDocument/2006/customXml" ds:itemID="{8979E1AD-2ACB-49EE-9C14-8B2683DEB553}">
  <ds:schemaRefs/>
</ds:datastoreItem>
</file>

<file path=customXml/itemProps25.xml><?xml version="1.0" encoding="utf-8"?>
<ds:datastoreItem xmlns:ds="http://schemas.openxmlformats.org/officeDocument/2006/customXml" ds:itemID="{70140429-40FC-4CE8-832E-E95556B02F8F}">
  <ds:schemaRefs/>
</ds:datastoreItem>
</file>

<file path=customXml/itemProps26.xml><?xml version="1.0" encoding="utf-8"?>
<ds:datastoreItem xmlns:ds="http://schemas.openxmlformats.org/officeDocument/2006/customXml" ds:itemID="{88ADCDD4-B463-4F94-9947-F1E75F23E32A}">
  <ds:schemaRefs/>
</ds:datastoreItem>
</file>

<file path=customXml/itemProps27.xml><?xml version="1.0" encoding="utf-8"?>
<ds:datastoreItem xmlns:ds="http://schemas.openxmlformats.org/officeDocument/2006/customXml" ds:itemID="{F6929CAD-9C4B-4C57-B5A5-181E7E3C58CB}">
  <ds:schemaRefs/>
</ds:datastoreItem>
</file>

<file path=customXml/itemProps28.xml><?xml version="1.0" encoding="utf-8"?>
<ds:datastoreItem xmlns:ds="http://schemas.openxmlformats.org/officeDocument/2006/customXml" ds:itemID="{E6076CFF-B2D0-45B5-8D6B-A70E14E9B3D8}">
  <ds:schemaRefs/>
</ds:datastoreItem>
</file>

<file path=docProps/app.xml><?xml version="1.0" encoding="utf-8"?>
<Properties xmlns="http://schemas.openxmlformats.org/officeDocument/2006/extended-properties" xmlns:vt="http://schemas.openxmlformats.org/officeDocument/2006/docPropsVTypes">
  <TotalTime>2863</TotalTime>
  <Words>1231</Words>
  <Application>Microsoft Office PowerPoint</Application>
  <PresentationFormat>Brugerdefineret</PresentationFormat>
  <Paragraphs>103</Paragraphs>
  <Slides>16</Slides>
  <Notes>6</Notes>
  <HiddenSlides>0</HiddenSlides>
  <MMClips>0</MMClips>
  <ScaleCrop>false</ScaleCrop>
  <HeadingPairs>
    <vt:vector size="6" baseType="variant">
      <vt:variant>
        <vt:lpstr>Benyttede skrifttyper</vt:lpstr>
      </vt:variant>
      <vt:variant>
        <vt:i4>6</vt:i4>
      </vt:variant>
      <vt:variant>
        <vt:lpstr>Tema</vt:lpstr>
      </vt:variant>
      <vt:variant>
        <vt:i4>1</vt:i4>
      </vt:variant>
      <vt:variant>
        <vt:lpstr>Slidetitler</vt:lpstr>
      </vt:variant>
      <vt:variant>
        <vt:i4>16</vt:i4>
      </vt:variant>
    </vt:vector>
  </HeadingPairs>
  <TitlesOfParts>
    <vt:vector size="23" baseType="lpstr">
      <vt:lpstr>Calibri</vt:lpstr>
      <vt:lpstr>AU Peto</vt:lpstr>
      <vt:lpstr>AU Passata</vt:lpstr>
      <vt:lpstr>AU Passata Light</vt:lpstr>
      <vt:lpstr>Georgia</vt:lpstr>
      <vt:lpstr>Arial</vt:lpstr>
      <vt:lpstr>AU 16:9</vt:lpstr>
      <vt:lpstr>Svær overvægt,  stigmatisering, mentalt helbred og kræftDiagnostik </vt:lpstr>
      <vt:lpstr>dagsorden</vt:lpstr>
      <vt:lpstr>Hvorfor er Svær overvægt relevant I kræftforebyggelse- og diagnostik?</vt:lpstr>
      <vt:lpstr>Stigmatisering og sunhedssøgningsadfærd </vt:lpstr>
      <vt:lpstr>Overordnet formål med ph.d.-projektet</vt:lpstr>
      <vt:lpstr>Projektets opbygning - fire arbejdspakker (WPS) </vt:lpstr>
      <vt:lpstr>Datagrundlag </vt:lpstr>
      <vt:lpstr>FOKUS WP0</vt:lpstr>
      <vt:lpstr>Weight Stigma and Mental Health in Adults with Obesity:  A Cross-Sectional Study from Central Denmark </vt:lpstr>
      <vt:lpstr>BAGGRUND </vt:lpstr>
      <vt:lpstr>Formål og data</vt:lpstr>
      <vt:lpstr>Metode </vt:lpstr>
      <vt:lpstr>Foreløbige resultater </vt:lpstr>
      <vt:lpstr>Viden fra wp0 til øvrige ARBEJDSPAKKER </vt:lpstr>
      <vt:lpstr>Spørgsmål?</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Cecilie Sonne Lindberg</cp:lastModifiedBy>
  <cp:revision>6</cp:revision>
  <dcterms:created xsi:type="dcterms:W3CDTF">2026-02-02T12:00:27Z</dcterms:created>
  <dcterms:modified xsi:type="dcterms:W3CDTF">2026-02-16T13:16:56Z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omnidocs.com</vt:lpwstr>
  </property>
  <property fmtid="{D5CDD505-2E9C-101B-9397-08002B2CF9AE}" pid="3" name="colorthemechange">
    <vt:lpwstr>true</vt:lpwstr>
  </property>
  <property fmtid="{D5CDD505-2E9C-101B-9397-08002B2CF9AE}" pid="4" name="TemplafyTimeStamp">
    <vt:lpwstr>2026-01-26T10:17:35</vt:lpwstr>
  </property>
  <property fmtid="{D5CDD505-2E9C-101B-9397-08002B2CF9AE}" pid="5" name="TemplafyTenantId">
    <vt:lpwstr>auoffice</vt:lpwstr>
  </property>
  <property fmtid="{D5CDD505-2E9C-101B-9397-08002B2CF9AE}" pid="6" name="TemplafyTemplateId">
    <vt:lpwstr>766163489789838292</vt:lpwstr>
  </property>
  <property fmtid="{D5CDD505-2E9C-101B-9397-08002B2CF9AE}" pid="7" name="TemplafyUserProfileId">
    <vt:lpwstr>1214414355347013748</vt:lpwstr>
  </property>
  <property fmtid="{D5CDD505-2E9C-101B-9397-08002B2CF9AE}" pid="8" name="TemplafyLanguageCode">
    <vt:lpwstr>en-GB</vt:lpwstr>
  </property>
  <property fmtid="{D5CDD505-2E9C-101B-9397-08002B2CF9AE}" pid="9" name="TemplafyFromBlank">
    <vt:bool>false</vt:bool>
  </property>
</Properties>
</file>