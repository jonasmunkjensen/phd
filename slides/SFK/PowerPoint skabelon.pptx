
<file path=[Content_Types].xml><?xml version="1.0" encoding="utf-8"?>
<Types xmlns="http://schemas.openxmlformats.org/package/2006/content-types">
  <Default Extension="bin" ContentType="image/png"/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3"/>
  </p:sldMasterIdLst>
  <p:notesMasterIdLst>
    <p:notesMasterId r:id="rId19"/>
  </p:notesMasterIdLst>
  <p:handoutMasterIdLst>
    <p:handoutMasterId r:id="rId20"/>
  </p:handoutMasterIdLst>
  <p:sldIdLst>
    <p:sldId id="261" r:id="rId14"/>
    <p:sldId id="262" r:id="rId15"/>
    <p:sldId id="258" r:id="rId16"/>
    <p:sldId id="264" r:id="rId17"/>
    <p:sldId id="260" r:id="rId18"/>
  </p:sldIdLst>
  <p:sldSz cx="12188825" cy="6858000"/>
  <p:notesSz cx="6797675" cy="9926638"/>
  <p:embeddedFontLst>
    <p:embeddedFont>
      <p:font typeface="AU Passata" panose="020B0604020202020204" charset="0"/>
      <p:regular r:id="rId21"/>
      <p:bold r:id="rId22"/>
    </p:embeddedFont>
    <p:embeddedFont>
      <p:font typeface="AU Passata Light" panose="020B0604020202020204" charset="0"/>
      <p:regular r:id="rId23"/>
      <p:bold r:id="rId24"/>
    </p:embeddedFont>
    <p:embeddedFont>
      <p:font typeface="AU Peto" panose="020B0604020202020204" charset="0"/>
      <p:regular r:id="rId25"/>
      <p:bold r:id="rId26"/>
    </p:embeddedFont>
    <p:embeddedFont>
      <p:font typeface="Georgia" panose="02040502050405020303" pitchFamily="18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3" autoAdjust="0"/>
    <p:restoredTop sz="93457" autoAdjust="0"/>
  </p:normalViewPr>
  <p:slideViewPr>
    <p:cSldViewPr snapToObjects="1" showGuides="1">
      <p:cViewPr varScale="1">
        <p:scale>
          <a:sx n="93" d="100"/>
          <a:sy n="93" d="100"/>
        </p:scale>
        <p:origin x="156" y="60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Master" Target="slideMasters/slideMaster1.xml"/><Relationship Id="rId18" Type="http://schemas.openxmlformats.org/officeDocument/2006/relationships/slide" Target="slides/slide5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4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customXml" Target="../customXml/item10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2168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image" Target="../media/image4.emf" Id="rId3" /><Relationship Type="http://schemas.openxmlformats.org/officeDocument/2006/relationships/image" Target="../media/image3.bin" Id="rId2" /><Relationship Type="http://schemas.openxmlformats.org/officeDocument/2006/relationships/slideMaster" Target="../slideMasters/slideMaster1.xml" Id="rId1" /><Relationship Type="http://schemas.openxmlformats.org/officeDocument/2006/relationships/image" Target="../media/image5.emf" Id="rId4" /><Relationship Type="http://schemas.openxmlformats.org/officeDocument/2006/relationships/image" Target="/ppt/media/image10.emf" Id="R0647515d267442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../media/image5.emf" Id="rId3" /><Relationship Type="http://schemas.openxmlformats.org/officeDocument/2006/relationships/image" Target="../media/image4.emf" Id="rId2" /><Relationship Type="http://schemas.openxmlformats.org/officeDocument/2006/relationships/slideMaster" Target="../slideMasters/slideMaster1.xml" Id="rId1" /><Relationship Type="http://schemas.openxmlformats.org/officeDocument/2006/relationships/image" Target="/ppt/media/image10.emf" Id="Rf20658ea782c43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../media/image5.emf" Id="rId3" /><Relationship Type="http://schemas.openxmlformats.org/officeDocument/2006/relationships/image" Target="../media/image4.emf" Id="rId2" /><Relationship Type="http://schemas.openxmlformats.org/officeDocument/2006/relationships/slideMaster" Target="../slideMasters/slideMaster1.xml" Id="rId1" /><Relationship Type="http://schemas.openxmlformats.org/officeDocument/2006/relationships/image" Target="/ppt/media/image10.emf" Id="Ra3293abfe5aa4580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4="http://schemas.microsoft.com/office/drawing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5" name="Date_DateCustomA" descr="{&quot;templafy&quot;:{&quot;id&quot;:&quot;0aafaf77-0df9-4994-b9fe-9b876a057a0f&quot;}}" hidden="0">
            <a:extLst>
              <a:ext uri="{FF2B5EF4-FFF2-40B4-BE49-F238E27FC236}">
                <a16:creationId xmlns:a16="http://schemas.microsoft.com/office/drawing/2014/main" id="{7F20FB0B-AB99-D1DA-4E1C-7C844AE406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9. January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FLD_Event" descr="{&quot;templafy&quot;:{&quot;id&quot;:&quot;f500fa19-97df-4d9b-9cf6-d4e02ab9f109&quot;}}" hidden="0">
            <a:extLst>
              <a:ext uri="{FF2B5EF4-FFF2-40B4-BE49-F238E27FC236}">
                <a16:creationId xmlns:a16="http://schemas.microsoft.com/office/drawing/2014/main" id="{94FCB787-CF58-D24B-3F9C-4CF65869F2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Protocol writing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6" name="USR_Title" descr="{&quot;templafy&quot;:{&quot;id&quot;:&quot;4c17b790-5a8b-4cb9-aeeb-d885452d5831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PhD Student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7" name="USR_Name" descr="{&quot;templafy&quot;:{&quot;id&quot;:&quot;771901c7-c740-4b55-ba32-a01cd1396b4c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8745354" name="SecondaryLogo" descr="{&quot;templafy&quot;:{&quot;id&quot;:&quot;ab3bbc4b-910e-439d-9486-a1e72c4012a5&quot;}}" hidden="0"/>
          <p:cNvPicPr>
            <a:picLocks noChangeAspect="1"/>
          </p:cNvPicPr>
          <p:nvPr/>
        </p:nvPicPr>
        <p:blipFill>
          <a:blip r:embed="R0647515d267442f8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8" name="OFF_logo2Computed" descr="{&quot;templafy&quot;:{&quot;id&quot;:&quot;2dc0a484-8f01-4a58-95bf-2c610f70876a&quot;}}" hidden="0">
            <a:extLst>
              <a:ext uri="{FF2B5EF4-FFF2-40B4-BE49-F238E27FC236}">
                <a16:creationId xmlns:a16="http://schemas.microsoft.com/office/drawing/2014/main" id="{289B577B-AF3B-2A62-0411-5FD9FF3C42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9" name="OFF_logo1Computed" descr="{&quot;templafy&quot;:{&quot;id&quot;:&quot;cc70d1cc-ee65-4691-8a23-dbf73b1bcd64&quot;}}" hidden="0">
            <a:extLst>
              <a:ext uri="{FF2B5EF4-FFF2-40B4-BE49-F238E27FC236}">
                <a16:creationId xmlns:a16="http://schemas.microsoft.com/office/drawing/2014/main" id="{066A6607-F6B4-2025-DA5F-AC4D1914151A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14="http://schemas.microsoft.com/office/drawing/2010/main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8" name="Date_DateCustomA" descr="{&quot;templafy&quot;:{&quot;id&quot;:&quot;297ff951-88f8-442c-8701-6179e52514c0&quot;}}" hidden="0">
            <a:extLst>
              <a:ext uri="{FF2B5EF4-FFF2-40B4-BE49-F238E27FC236}">
                <a16:creationId xmlns:a16="http://schemas.microsoft.com/office/drawing/2014/main" id="{249423E2-54F8-7094-38E5-78521186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9. January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FLD_Event" descr="{&quot;templafy&quot;:{&quot;id&quot;:&quot;1403a00b-9ef7-4304-8d1b-7a7568a173dc&quot;}}" hidden="0">
            <a:extLst>
              <a:ext uri="{FF2B5EF4-FFF2-40B4-BE49-F238E27FC236}">
                <a16:creationId xmlns:a16="http://schemas.microsoft.com/office/drawing/2014/main" id="{163F40E2-4217-07B0-ECD8-2A4A14C88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Protocol writing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2" name="USR_Name" descr="{&quot;templafy&quot;:{&quot;id&quot;:&quot;7e98c699-9d02-4fba-9d97-e697d743f3f9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860593188" name="SecondaryLogo" descr="{&quot;templafy&quot;:{&quot;id&quot;:&quot;867935dd-ad88-4f5a-abba-75abd77a30d3&quot;}}" hidden="0"/>
          <p:cNvPicPr>
            <a:picLocks noChangeAspect="1"/>
          </p:cNvPicPr>
          <p:nvPr/>
        </p:nvPicPr>
        <p:blipFill>
          <a:blip r:embed="Rf20658ea782c4335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9" name="OFF_logo2Computed" descr="{&quot;templafy&quot;:{&quot;id&quot;:&quot;73e3edff-d7ec-435a-a5d0-c2629c1f7072&quot;}}" hidden="0">
            <a:extLst>
              <a:ext uri="{FF2B5EF4-FFF2-40B4-BE49-F238E27FC236}">
                <a16:creationId xmlns:a16="http://schemas.microsoft.com/office/drawing/2014/main" id="{4550AE95-0D19-942D-D04F-B30197C47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10" name="OFF_logo1Computed" descr="{&quot;templafy&quot;:{&quot;id&quot;:&quot;c6f932bb-6a40-4124-9b1a-ce9cab70b019&quot;}}" hidden="0">
            <a:extLst>
              <a:ext uri="{FF2B5EF4-FFF2-40B4-BE49-F238E27FC236}">
                <a16:creationId xmlns:a16="http://schemas.microsoft.com/office/drawing/2014/main" id="{7E45388B-77A2-F799-5C73-3DBEF86FEF0E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14="http://schemas.microsoft.com/office/drawing/2010/main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Date_DateCustomA" descr="{&quot;templafy&quot;:{&quot;id&quot;:&quot;618c368b-b53c-4af7-8ee5-f54f1cb47db1&quot;}}" hidden="0">
            <a:extLst>
              <a:ext uri="{FF2B5EF4-FFF2-40B4-BE49-F238E27FC236}">
                <a16:creationId xmlns:a16="http://schemas.microsoft.com/office/drawing/2014/main" id="{79F28AD6-C756-3FA9-8D35-B9ED537E5D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9. January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FLD_Event" descr="{&quot;templafy&quot;:{&quot;id&quot;:&quot;d80c424e-c217-4427-b2f9-4acedf55ecb8&quot;}}" hidden="0">
            <a:extLst>
              <a:ext uri="{FF2B5EF4-FFF2-40B4-BE49-F238E27FC236}">
                <a16:creationId xmlns:a16="http://schemas.microsoft.com/office/drawing/2014/main" id="{57887568-1188-7AD6-FE68-DD94BB3E07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Protocol writing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702544267" name="SecondaryLogo" descr="{&quot;templafy&quot;:{&quot;id&quot;:&quot;0f39c2da-9f8c-43c6-9b27-4244ea60c281&quot;}}" hidden="0"/>
          <p:cNvPicPr>
            <a:picLocks noChangeAspect="1"/>
          </p:cNvPicPr>
          <p:nvPr/>
        </p:nvPicPr>
        <p:blipFill>
          <a:blip r:embed="Ra3293abfe5aa4580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11" name="OFF_logo2Computed" descr="{&quot;templafy&quot;:{&quot;id&quot;:&quot;8656593b-bce6-40c0-add4-d82a3d71c85d&quot;}}" hidden="0">
            <a:extLst>
              <a:ext uri="{FF2B5EF4-FFF2-40B4-BE49-F238E27FC236}">
                <a16:creationId xmlns:a16="http://schemas.microsoft.com/office/drawing/2014/main" id="{A3243EC3-3157-0FCB-B9C5-4D04D60102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12" name="OFF_logo1Computed" descr="{&quot;templafy&quot;:{&quot;id&quot;:&quot;1e096ea6-c325-441c-965f-96f347c75e94&quot;}}" hidden="0">
            <a:extLst>
              <a:ext uri="{FF2B5EF4-FFF2-40B4-BE49-F238E27FC236}">
                <a16:creationId xmlns:a16="http://schemas.microsoft.com/office/drawing/2014/main" id="{295F1ED3-E7A6-8E03-3171-374E099942CC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 descr="{&quot;templafy&quot;:{&quot;id&quot;:&quot;643b8760-55e2-446f-a8f5-e2b9d45606e2&quot;}}" hidden="0"/>
          <p:cNvSpPr/>
          <p:nvPr userDrawn="1"/>
        </p:nvSpPr>
        <p:spPr bwMode="auto">
          <a:xfrm>
            <a:off x="6022613" y="2804400"/>
            <a:ext cx="65" cy="739391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4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8" /><Relationship Type="http://schemas.openxmlformats.org/officeDocument/2006/relationships/slideLayout" Target="../slideLayouts/slideLayout13.xml" Id="rId13" /><Relationship Type="http://schemas.openxmlformats.org/officeDocument/2006/relationships/slideLayout" Target="../slideLayouts/slideLayout18.xml" Id="rId18" /><Relationship Type="http://schemas.openxmlformats.org/officeDocument/2006/relationships/slideLayout" Target="../slideLayouts/slideLayout3.xml" Id="rId3" /><Relationship Type="http://schemas.openxmlformats.org/officeDocument/2006/relationships/theme" Target="../theme/theme1.xml" Id="rId21" /><Relationship Type="http://schemas.openxmlformats.org/officeDocument/2006/relationships/slideLayout" Target="../slideLayouts/slideLayout7.xml" Id="rId7" /><Relationship Type="http://schemas.openxmlformats.org/officeDocument/2006/relationships/slideLayout" Target="../slideLayouts/slideLayout12.xml" Id="rId12" /><Relationship Type="http://schemas.openxmlformats.org/officeDocument/2006/relationships/slideLayout" Target="../slideLayouts/slideLayout17.xml" Id="rId17" /><Relationship Type="http://schemas.openxmlformats.org/officeDocument/2006/relationships/slideLayout" Target="../slideLayouts/slideLayout2.xml" Id="rId2" /><Relationship Type="http://schemas.openxmlformats.org/officeDocument/2006/relationships/slideLayout" Target="../slideLayouts/slideLayout16.xml" Id="rId16" /><Relationship Type="http://schemas.openxmlformats.org/officeDocument/2006/relationships/slideLayout" Target="../slideLayouts/slideLayout20.xml" Id="rId20" /><Relationship Type="http://schemas.openxmlformats.org/officeDocument/2006/relationships/slideLayout" Target="../slideLayouts/slideLayout1.xml" Id="rId1" /><Relationship Type="http://schemas.openxmlformats.org/officeDocument/2006/relationships/slideLayout" Target="../slideLayouts/slideLayout6.xml" Id="rId6" /><Relationship Type="http://schemas.openxmlformats.org/officeDocument/2006/relationships/slideLayout" Target="../slideLayouts/slideLayout11.xml" Id="rId11" /><Relationship Type="http://schemas.openxmlformats.org/officeDocument/2006/relationships/slideLayout" Target="../slideLayouts/slideLayout5.xml" Id="rId5" /><Relationship Type="http://schemas.openxmlformats.org/officeDocument/2006/relationships/slideLayout" Target="../slideLayouts/slideLayout15.xml" Id="rId15" /><Relationship Type="http://schemas.openxmlformats.org/officeDocument/2006/relationships/image" Target="../media/image2.emf" Id="rId23" /><Relationship Type="http://schemas.openxmlformats.org/officeDocument/2006/relationships/slideLayout" Target="../slideLayouts/slideLayout10.xml" Id="rId10" /><Relationship Type="http://schemas.openxmlformats.org/officeDocument/2006/relationships/slideLayout" Target="../slideLayouts/slideLayout19.xml" Id="rId19" /><Relationship Type="http://schemas.openxmlformats.org/officeDocument/2006/relationships/slideLayout" Target="../slideLayouts/slideLayout4.xml" Id="rId4" /><Relationship Type="http://schemas.openxmlformats.org/officeDocument/2006/relationships/slideLayout" Target="../slideLayouts/slideLayout9.xml" Id="rId9" /><Relationship Type="http://schemas.openxmlformats.org/officeDocument/2006/relationships/slideLayout" Target="../slideLayouts/slideLayout14.xml" Id="rId14" /><Relationship Type="http://schemas.openxmlformats.org/officeDocument/2006/relationships/image" Target="../media/image1.emf" Id="rId22" /><Relationship Type="http://schemas.openxmlformats.org/officeDocument/2006/relationships/image" Target="/ppt/media/image9.emf" Id="R48edb1e3898f4fa1" /><Relationship Type="http://schemas.openxmlformats.org/officeDocument/2006/relationships/image" Target="/ppt/media/image10.emf" Id="Rdf41a99010a04548" /></Relationships>
</file>

<file path=ppt/slideMasters/slideMaster1.xml><?xml version="1.0" encoding="utf-8"?>
<p:sldMaster xmlns:a14="http://schemas.microsoft.com/office/drawing/2010/main" xmlns:a16="http://schemas.microsoft.com/office/drawing/2014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sp>
        <p:nvSpPr>
          <p:cNvPr id="5" name="Date_DateCustomA" descr="{&quot;templafy&quot;:{&quot;id&quot;:&quot;4e7e7b1f-7d7c-42e8-9f0d-027622f13775&quot;}}" hidden="0">
            <a:extLst>
              <a:ext uri="{FF2B5EF4-FFF2-40B4-BE49-F238E27FC236}">
                <a16:creationId xmlns:a16="http://schemas.microsoft.com/office/drawing/2014/main" id="{2DB864AE-EC00-948C-4AD8-CC3FC72BC8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9. January 2026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LD_Event" descr="{&quot;templafy&quot;:{&quot;id&quot;:&quot;8fb23915-a1e3-4dd2-b913-8a0812b5a3a8&quot;}}" hidden="0">
            <a:extLst>
              <a:ext uri="{FF2B5EF4-FFF2-40B4-BE49-F238E27FC236}">
                <a16:creationId xmlns:a16="http://schemas.microsoft.com/office/drawing/2014/main" id="{D0C255F4-97F5-2F16-C830-C233FA325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Protocol writing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" name="USR_Title" descr="{&quot;templafy&quot;:{&quot;id&quot;:&quot;fb76ed85-7ac0-4e17-ab99-f33d796f7320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PhD Student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USR_Name" descr="{&quot;templafy&quot;:{&quot;id&quot;:&quot;fcf27a6b-767b-4ec7-beca-686ec8c5f6a4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44797073" name="SecondaryLogo_sort" descr="{&quot;templafy&quot;:{&quot;id&quot;:&quot;005fe166-e384-4f82-bba7-7cce68914164&quot;}}" hidden="0"/>
          <p:cNvPicPr>
            <a:picLocks noChangeAspect="1"/>
          </p:cNvPicPr>
          <p:nvPr/>
        </p:nvPicPr>
        <p:blipFill>
          <a:blip r:embed="R48edb1e3898f4fa1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000" y="5999002"/>
            <a:ext cx="1659600" cy="558000"/>
          </a:xfrm>
          <a:prstGeom prst="rect">
            <a:avLst/>
          </a:prstGeom>
        </p:spPr>
      </p:pic>
      <p:sp>
        <p:nvSpPr>
          <p:cNvPr id="25" name="OFF_logo2Computed" descr="{&quot;templafy&quot;:{&quot;id&quot;:&quot;b29cdbda-7e93-4530-befb-fc78ff999134&quot;}}" hidden="0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tx1"/>
              </a:solidFill>
              <a:latin typeface="AU Passata Light" pitchFamily="34" charset="0"/>
            </a:endParaRPr>
          </a:p>
        </p:txBody>
      </p:sp>
      <p:sp>
        <p:nvSpPr>
          <p:cNvPr id="26" name="OFF_logo1Computed" descr="{&quot;templafy&quot;:{&quot;id&quot;:&quot;f3897725-9680-463b-8e48-a178e257baea&quot;}}" hidden="0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tx1"/>
              </a:solidFill>
              <a:effectLst/>
              <a:latin typeface="AU Passata" pitchFamily="34" charset="0"/>
            </a:endParaRP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ustomXml" Target="../../customXml/item12.xml"/><Relationship Id="rId1" Type="http://schemas.openxmlformats.org/officeDocument/2006/relationships/customXml" Target="../../customXml/item10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5.xml"/><Relationship Id="rId4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2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0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85838" y="2897841"/>
            <a:ext cx="10220325" cy="830997"/>
          </a:xfrm>
        </p:spPr>
        <p:txBody>
          <a:bodyPr/>
          <a:lstStyle/>
          <a:p>
            <a:endParaRPr lang="en-GB" noProof="0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813365767"/>
      </p:ext>
    </p:extLst>
  </p:cSld>
  <p:clrMapOvr>
    <a:masterClrMapping/>
  </p:clrMapOvr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3535925220"/>
      </p:ext>
    </p:extLst>
  </p:cSld>
  <p:clrMapOvr>
    <a:masterClrMapping/>
  </p:clrMapOvr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BD85B7D-E9A5-49E0-8ACF-AF93CE3E556F}" type="datetime1">
              <a:rPr lang="en-GB" noProof="0" smtClean="0"/>
              <a:t>26/01/2026</a:t>
            </a:fld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en-GB" noProof="0" dirty="0"/>
              <a:t>Insert Quote text, for next level ENTER and TAB</a:t>
            </a:r>
            <a:endParaRPr lang="en-GB"/>
          </a:p>
          <a:p>
            <a:pPr lvl="1"/>
            <a:r>
              <a:rPr lang="en-GB" noProof="0" dirty="0"/>
              <a:t>Insert Name</a:t>
            </a:r>
            <a:endParaRPr lang="en-GB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86159921"/>
      </p:ext>
    </p:extLst>
  </p:cSld>
  <p:clrMapOvr>
    <a:masterClrMapping/>
  </p:clrMapOvr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9022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08929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thm15="http://schemas.microsoft.com/office/thememl/2012/main" xmlns:a="http://schemas.openxmlformats.org/drawingml/2006/main" name="AU 16:9">
  <a:themeElements>
    <a:clrScheme xmlns:a="http://schemas.openxmlformats.org/drawingml/2006/main" name="03 AU Lightblue">
      <a:dk1>
        <a:srgbClr val="000000"/>
      </a:dk1>
      <a:lt1>
        <a:srgbClr val="FFFFFF"/>
      </a:lt1>
      <a:dk2>
        <a:srgbClr val="003E5C"/>
      </a:dk2>
      <a:lt2>
        <a:srgbClr val="003E5C"/>
      </a:lt2>
      <a:accent1>
        <a:srgbClr val="0A144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4,"isValidatorEnabled":false,"isLocked":false,"elementsMetadata":[{"type":"shape","elementConfiguration":{"binding":"{{UserProfile.UnitId.Logo1PowerPoint}}","visibility":"","type":"text","disableUpdates":false}}],"slideId":"638344221285170220","enableDocumentContentUpdater":false,"version":"2.0"}]]></TemplafySlideTemplateConfiguration>
</file>

<file path=customXml/item3.xml><?xml version="1.0" encoding="utf-8"?>
<TemplafyTemplateConfiguration><![CDATA[{"elementsMetadata":[{"type":"shape","id":"4e7e7b1f-7d7c-42e8-9f0d-027622f13775","elementConfiguration":{"binding":"{{FormatDateTime(Form.Date, \"d. MMMM yyyy\")}}","visibility":"","type":"text","disableUpdates":false}},{"type":"shape","id":"8fb23915-a1e3-4dd2-b913-8a0812b5a3a8","elementConfiguration":{"binding":"{{Form.EventOccasion}}","visibility":"","type":"text","disableUpdates":false}},{"type":"shape","id":"fb76ed85-7ac0-4e17-ab99-f33d796f7320","elementConfiguration":{"binding":"{{Switch(UserProfile.DocumentLanguage.Language,\"da-DK\",UserProfile.Title,\"en-GB\",UserProfile.Title_EN,UserProfile.Title)}}","visibility":"","type":"text","disableUpdates":false}},{"type":"shape","id":"fcf27a6b-767b-4ec7-beca-686ec8c5f6a4","elementConfiguration":{"binding":"{{UserProfile.Name}}","visibility":"","type":"text","disableUpdates":false}},{"type":"shape","id":"005fe166-e384-4f82-bba7-7cce68914164","elementConfiguration":{"inheritDimensions":"{{InheritDimensions.InheritNone}}","width":"4.61 cm","height":"1.55 cm","image":"{{UserProfile.UnitId.ExtraLogoRef.ImageRightAlignedRef.ImageFile}}","visibility":"","type":"image","disableUpdates":false}},{"type":"shape","id":"b29cdbda-7e93-4530-befb-fc78ff999134","elementConfiguration":{"binding":"{{UserProfile.UnitId.Logo2}}","visibility":"","type":"text","disableUpdates":false}},{"type":"shape","id":"f3897725-9680-463b-8e48-a178e257baea","elementConfiguration":{"binding":"{{UserProfile.UnitId.Logo1PowerPoint}}","visibility":"","type":"text","disableUpdates":false}},{"type":"shape","id":"618c368b-b53c-4af7-8ee5-f54f1cb47db1","elementConfiguration":{"binding":"{{FormatDateTime(Form.Date, \"d. MMMM yyyy\")}}","visibility":"","type":"text","disableUpdates":false}},{"type":"shape","id":"d80c424e-c217-4427-b2f9-4acedf55ecb8","elementConfiguration":{"binding":"{{Form.EventOccasion}}","visibility":"","type":"text","disableUpdates":false}},{"type":"shape","id":"0f39c2da-9f8c-43c6-9b27-4244ea60c281","elementConfiguration":{"inheritDimensions":"{{InheritDimensions.InheritNone}}","width":"4.61 cm","height":"1.55 cm","image":"{{UserProfile.UnitId.ExtraLogoRef.ImageRightAlignedNegRef.ImageFile}}","visibility":"","type":"image","disableUpdates":false}},{"type":"shape","id":"8656593b-bce6-40c0-add4-d82a3d71c85d","elementConfiguration":{"binding":"{{UserProfile.UnitId.Logo2}}","visibility":"","type":"text","disableUpdates":false}},{"type":"shape","id":"1e096ea6-c325-441c-965f-96f347c75e94","elementConfiguration":{"binding":"{{UserProfile.UnitId.Logo1PowerPoint}}","visibility":"","type":"text","disableUpdates":false}},{"type":"shape","id":"297ff951-88f8-442c-8701-6179e52514c0","elementConfiguration":{"binding":"{{FormatDateTime(Form.Date, \"d. MMMM yyyy\")}}","visibility":"","type":"text","disableUpdates":false}},{"type":"shape","id":"1403a00b-9ef7-4304-8d1b-7a7568a173dc","elementConfiguration":{"binding":"{{Form.EventOccasion}}","visibility":"","type":"text","disableUpdates":false}},{"type":"shape","id":"7e98c699-9d02-4fba-9d97-e697d743f3f9","elementConfiguration":{"binding":"{{UserProfile.Name}}","visibility":"","type":"text","disableUpdates":false}},{"type":"shape","id":"867935dd-ad88-4f5a-abba-75abd77a30d3","elementConfiguration":{"inheritDimensions":"{{InheritDimensions.InheritNone}}","width":"4.61 cm","height":"1.55 cm","image":"{{UserProfile.UnitId.ExtraLogoRef.ImageRightAlignedNegRef.ImageFile}}","visibility":"","type":"image","disableUpdates":false}},{"type":"shape","id":"73e3edff-d7ec-435a-a5d0-c2629c1f7072","elementConfiguration":{"binding":"{{UserProfile.UnitId.Logo2}}","visibility":"","type":"text","disableUpdates":false}},{"type":"shape","id":"c6f932bb-6a40-4124-9b1a-ce9cab70b019","elementConfiguration":{"binding":"{{UserProfile.UnitId.Logo1PowerPoint}}","visibility":"","type":"text","disableUpdates":false}},{"type":"shape","id":"643b8760-55e2-446f-a8f5-e2b9d45606e2","elementConfiguration":{"binding":"{{UserProfile.UnitId.Logo1PowerPoint}}","visibility":"","type":"text","disableUpdates":false}},{"type":"shape","id":"0aafaf77-0df9-4994-b9fe-9b876a057a0f","elementConfiguration":{"binding":"{{FormatDateTime(Form.Date, \"d. MMMM yyyy\")}}","visibility":"","type":"text","disableUpdates":false}},{"type":"shape","id":"f500fa19-97df-4d9b-9cf6-d4e02ab9f109","elementConfiguration":{"binding":"{{Form.EventOccasion}}","visibility":"","type":"text","disableUpdates":false}},{"type":"shape","id":"4c17b790-5a8b-4cb9-aeeb-d885452d5831","elementConfiguration":{"binding":"{{Switch(UserProfile.DocumentLanguage.Language,\"da-DK\",UserProfile.Title,\"en-GB\",UserProfile.Title_EN,UserProfile.Title)}}","visibility":"","type":"text","disableUpdates":false}},{"type":"shape","id":"771901c7-c740-4b55-ba32-a01cd1396b4c","elementConfiguration":{"binding":"{{UserProfile.Name}}","visibility":"","type":"text","disableUpdates":false}},{"type":"shape","id":"ab3bbc4b-910e-439d-9486-a1e72c4012a5","elementConfiguration":{"inheritDimensions":"{{InheritDimensions.InheritNone}}","width":"4.61 cm","height":"1.55 cm","image":"{{UserProfile.UnitId.ExtraLogoRef.ImageRightAlignedNegRef.ImageFile}}","visibility":"","type":"image","disableUpdates":false}},{"type":"shape","id":"2dc0a484-8f01-4a58-95bf-2c610f70876a","elementConfiguration":{"binding":"{{UserProfile.UnitId.Logo2}}","visibility":"","type":"text","disableUpdates":false}},{"type":"shape","id":"cc70d1cc-ee65-4691-8a23-dbf73b1bcd64","elementConfiguration":{"binding":"{{UserProfile.UnitId.Logo1PowerPoint}}","visibility":"","type":"text","disableUpdates":false}}],"transformationConfigurations":[{"language":"{{DocumentLanguage}}","disableUpdates":false,"type":"proofingLanguage"},{"colorTheme":"{{Form.ChooseColorTheme.ColorThemeRef.ColorTheme}}","disableUpdates":false,"originalColorThemeXml":"<a:clrScheme name=\"01 AU Blue\" xmlns:a=\"http://schemas.openxmlformats.org/drawingml/2006/main\"><a:dk1><a:srgbClr val=\"000000\" /></a:dk1><a:lt1><a:srgbClr val=\"FFFFFF\" /></a:lt1><a:dk2><a:srgbClr val=\"002546\" /></a:dk2><a:lt2><a:srgbClr val=\"002546\" /></a:lt2><a:accent1><a:srgbClr val=\"0A1449\" /></a:accent1><a:accent2><a:srgbClr val=\"183D83\" /></a:accent2><a:accent3><a:srgbClr val=\"87D1F4\" /></a:accent3><a:accent4><a:srgbClr val=\"33525F\" /></a:accent4><a:accent5><a:srgbClr val=\"548195\" /></a:accent5><a:accent6><a:srgbClr val=\"C6C6C6\" /></a:accent6><a:hlink><a:srgbClr val=\"03428E\" /></a:hlink><a:folHlink><a:srgbClr val=\"03428E\" /></a:folHlink></a:clrScheme>","type":"colorTheme"}],"templateName":"PowerPoint skabelon","templateDescription":"PowerPoint template 16:9 (convertible to 16:10 or 4:3)","enableDocumentContentUpdater":true,"version":"2.0"}]]></TemplafyTemplateConfiguration>
</file>

<file path=customXml/item4.xml><?xml version="1.0" encoding="utf-8"?>
<Templafy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,{"distinct":false,"hideIfNoUserInteractionRequired":false,"required":false,"defaultValue":"Blå","autoSelectFirstOption":false,"helpTexts":{},"spacing":{},"shareValue":false,"type":"dropDown","dataSourceName":"ColorThemePowerPoint","dataSourceFieldName":"Name","name":"ChooseColorTheme","label":"Choose Color theme"}],"formDataEntries":[{"name":"Date","value":"IpNmzXEc3g586SjA5sCzSA=="},{"name":"EventOccasion","value":"5WQUC8Ch1duidGPb7MmE4Uc0/9kBp7AFKFH8hf4/im4="},{"name":"ChooseColorTheme","value":"fIJQYYzc4r28ocAptXsh80863092pNUn+dVHgSNjfUQ="}]}]]></TemplafyFormConfiguration>
</file>

<file path=customXml/item5.xml><?xml version="1.0" encoding="utf-8"?>
<TemplafySlideTemplateConfiguration><![CDATA[{"slideVersion":4,"isValidatorEnabled":false,"isLocked":false,"elementsMetadata":[],"slideId":"638344221285055523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4,"isValidatorEnabled":false,"isLocked":false,"elementsMetadata":[],"slideId":"638344221285091994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slideVersion":4,"isValidatorEnabled":false,"isLocked":false,"elementsMetadata":[{"type":"shape","elementConfiguration":{"binding":"{{FormatDateTime(Form.Date, \"d. MMMM yyyy\")}}","visibility":"","type":"text","disableUpdates":false}},{"type":"shape","elementConfiguration":{"binding":"{{Form.EventOccasion}}","visibility":"","type":"text","disableUpdates":false}},{"type":"shape","elementConfiguration":{"binding":"{{Switch(UserProfile.DocumentLanguage.Language,\"da-DK\",UserProfile.Title,\"en-GB\",UserProfile.Title_EN,UserProfile.Title)}}","visibility":"","type":"text","disableUpdates":false}},{"type":"shape","elementConfiguration":{"binding":"{{UserProfile.Name}}","visibility":"","type":"text","disableUpdates":false}},{"type":"shape","elementConfiguration":{"inheritDimensions":"{{InheritDimensions.InheritNone}}","width":"4.61 cm","height":"1.55 cm","image":"{{UserProfile.UnitId.ExtraLogoRef.ImageRightAlignedNegRef.ImageFile}}","visibility":"","type":"image","disableUpdates":false}},{"type":"shape","elementConfiguration":{"binding":"{{UserProfile.UnitId.Logo2}}","visibility":"","type":"text","disableUpdates":false}},{"type":"shape","elementConfiguration":{"binding":"{{UserProfile.UnitId.Logo1PowerPoint}}","visibility":"","type":"text","disableUpdates":false}}],"slideId":"638344221284623770","enableDocumentContentUpdater":false,"version":"2.0"}]]></TemplafySlideTemplateConfiguration>
</file>

<file path=customXml/item11.xml><?xml version="1.0" encoding="utf-8"?>
<TemplafySlideTemplateConfiguration><![CDATA[{"slideVersion":4,"isValidatorEnabled":false,"isLocked":false,"elementsMetadata":[],"slideId":"638344221285072627","enableDocumentContentUpdater":false,"version":"2.0"}]]></TemplafySlideTemplateConfiguration>
</file>

<file path=customXml/item12.xml><?xml version="1.0" encoding="utf-8"?>
<TemplafySlide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],"formDataEntries":[]}]]></TemplafySlideFormConfiguration>
</file>

<file path=customXml/itemProps1.xml><?xml version="1.0" encoding="utf-8"?>
<ds:datastoreItem xmlns:ds="http://schemas.openxmlformats.org/officeDocument/2006/customXml" ds:itemID="{CDCAD78D-4B75-4D6D-A12C-4D7099050C85}">
  <ds:schemaRefs/>
</ds:datastoreItem>
</file>

<file path=customXml/itemProps2.xml><?xml version="1.0" encoding="utf-8"?>
<ds:datastoreItem xmlns:ds="http://schemas.openxmlformats.org/officeDocument/2006/customXml" ds:itemID="{F6929CAD-9C4B-4C57-B5A5-181E7E3C58CB}">
  <ds:schemaRefs/>
</ds:datastoreItem>
</file>

<file path=customXml/itemProps3.xml><?xml version="1.0" encoding="utf-8"?>
<ds:datastoreItem xmlns:ds="http://schemas.openxmlformats.org/officeDocument/2006/customXml" ds:itemID="{AFC86994-F0FF-421B-841D-005E37E2CB9C}">
  <ds:schemaRefs/>
</ds:datastoreItem>
</file>

<file path=customXml/itemProps4.xml><?xml version="1.0" encoding="utf-8"?>
<ds:datastoreItem xmlns:ds="http://schemas.openxmlformats.org/officeDocument/2006/customXml" ds:itemID="{7DA86E9B-4135-4144-9EBF-FD9F3AFEC348}">
  <ds:schemaRefs/>
</ds:datastoreItem>
</file>

<file path=customXml/itemProps5.xml><?xml version="1.0" encoding="utf-8"?>
<ds:datastoreItem xmlns:ds="http://schemas.openxmlformats.org/officeDocument/2006/customXml" ds:itemID="{3711B4B0-0534-4D87-9554-EE0E3A45C434}">
  <ds:schemaRefs/>
</ds:datastoreItem>
</file>

<file path=customXml/itemProps6.xml><?xml version="1.0" encoding="utf-8"?>
<ds:datastoreItem xmlns:ds="http://schemas.openxmlformats.org/officeDocument/2006/customXml" ds:itemID="{F6BDCACD-D9F5-4F4E-8192-10C1008EFFE8}">
  <ds:schemaRefs/>
</ds:datastoreItem>
</file>

<file path=customXml/itemProps7.xml><?xml version="1.0" encoding="utf-8"?>
<ds:datastoreItem xmlns:ds="http://schemas.openxmlformats.org/officeDocument/2006/customXml" ds:itemID="{E6076CFF-B2D0-45B5-8D6B-A70E14E9B3D8}">
  <ds:schemaRefs/>
</ds:datastoreItem>
</file>

<file path=customXml/itemProps8.xml><?xml version="1.0" encoding="utf-8"?>
<ds:datastoreItem xmlns:ds="http://schemas.openxmlformats.org/officeDocument/2006/customXml" ds:itemID="{D8EFAE61-AC68-4E39-9D00-2ECB552AF7C0}">
  <ds:schemaRefs/>
</ds:datastoreItem>
</file>

<file path=customXml/itemProps9.xml><?xml version="1.0" encoding="utf-8"?>
<ds:datastoreItem xmlns:ds="http://schemas.openxmlformats.org/officeDocument/2006/customXml" ds:itemID="{065744AD-6466-4C46-AE6F-83D8FBC1C1CF}">
  <ds:schemaRefs/>
</ds:datastoreItem>
</file>

<file path=customXml/itemProps10.xml><?xml version="1.0" encoding="utf-8"?>
<ds:datastoreItem xmlns:ds="http://schemas.openxmlformats.org/officeDocument/2006/customXml" ds:itemID="{B2CA2D4C-0385-4D99-AB8D-7792A88C817E}">
  <ds:schemaRefs/>
</ds:datastoreItem>
</file>

<file path=customXml/itemProps11.xml><?xml version="1.0" encoding="utf-8"?>
<ds:datastoreItem xmlns:ds="http://schemas.openxmlformats.org/officeDocument/2006/customXml" ds:itemID="{3643F53D-29F6-46FD-9FF1-B40DF29295C1}">
  <ds:schemaRefs/>
</ds:datastoreItem>
</file>

<file path=customXml/itemProps12.xml><?xml version="1.0" encoding="utf-8"?>
<ds:datastoreItem xmlns:ds="http://schemas.openxmlformats.org/officeDocument/2006/customXml" ds:itemID="{7E04581C-D7FD-4482-805D-038A22FDA87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</Words>
  <Application>Microsoft Office PowerPoint</Application>
  <PresentationFormat>Custom</PresentationFormat>
  <Paragraphs>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Georgia</vt:lpstr>
      <vt:lpstr>AU Peto</vt:lpstr>
      <vt:lpstr>AU Passata</vt:lpstr>
      <vt:lpstr>AU Passata Light</vt:lpstr>
      <vt:lpstr>Calibri</vt:lpstr>
      <vt:lpstr>Arial</vt:lpstr>
      <vt:lpstr>AU 16:9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>Gunilla Kristina Jensen</lastModifiedBy>
  <revision>4</revision>
  <dcterms:modified xsi:type="dcterms:W3CDTF">2026-07-07T17:49:10.0630926Z</dcterms:modified>
  <dcterms:created xsi:type="dcterms:W3CDTF">2026-07-07T17:49:10.0630926Z</dcterms:created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Created by:">
    <vt:lpwstr>omnidocs.com</vt:lpwstr>
  </op:property>
  <op:property fmtid="{D5CDD505-2E9C-101B-9397-08002B2CF9AE}" pid="3" name="colorthemechange">
    <vt:lpwstr>true</vt:lpwstr>
  </op:property>
  <op:property fmtid="{D5CDD505-2E9C-101B-9397-08002B2CF9AE}" pid="4" name="TemplafyTimeStamp">
    <vt:lpwstr>2026-01-26T10:17:35</vt:lpwstr>
  </op:property>
  <op:property fmtid="{D5CDD505-2E9C-101B-9397-08002B2CF9AE}" pid="5" name="TemplafyTenantId">
    <vt:lpwstr>auoffice</vt:lpwstr>
  </op:property>
  <op:property fmtid="{D5CDD505-2E9C-101B-9397-08002B2CF9AE}" pid="6" name="TemplafyTemplateId">
    <vt:lpwstr>766163489789838292</vt:lpwstr>
  </op:property>
  <op:property fmtid="{D5CDD505-2E9C-101B-9397-08002B2CF9AE}" pid="7" name="TemplafyUserProfileId">
    <vt:lpwstr>1338980459474845741</vt:lpwstr>
  </op:property>
  <op:property fmtid="{D5CDD505-2E9C-101B-9397-08002B2CF9AE}" pid="8" name="TemplafyLanguageCode">
    <vt:lpwstr>en-GB</vt:lpwstr>
  </op:property>
  <op:property fmtid="{D5CDD505-2E9C-101B-9397-08002B2CF9AE}" pid="9" name="TemplafyFromBlank">
    <vt:bool>false</vt:bool>
  </op:property>
</op:Properties>
</file>